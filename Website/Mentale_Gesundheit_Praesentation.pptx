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852C0-F1E4-4299-ABE0-E5844C95FBAD}" v="5" dt="2025-05-25T13:14:00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DBB21B-DB8E-421E-ABFE-BD05FEAC864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78014AA-D9EC-4719-9858-4BA8A874E335}">
      <dgm:prSet/>
      <dgm:spPr/>
      <dgm:t>
        <a:bodyPr/>
        <a:lstStyle/>
        <a:p>
          <a:r>
            <a:rPr lang="de-DE"/>
            <a:t>Thema: Mentale Gesundheit und soziale Medien</a:t>
          </a:r>
          <a:endParaRPr lang="en-US"/>
        </a:p>
      </dgm:t>
    </dgm:pt>
    <dgm:pt modelId="{F399CAF0-BF67-4F5C-9EBB-46992800DF63}" type="parTrans" cxnId="{77375738-EB56-41C3-88F6-5E8B5C69097A}">
      <dgm:prSet/>
      <dgm:spPr/>
      <dgm:t>
        <a:bodyPr/>
        <a:lstStyle/>
        <a:p>
          <a:endParaRPr lang="en-US"/>
        </a:p>
      </dgm:t>
    </dgm:pt>
    <dgm:pt modelId="{BC19B53A-D234-4D01-BB69-B70C21139F5A}" type="sibTrans" cxnId="{77375738-EB56-41C3-88F6-5E8B5C69097A}">
      <dgm:prSet/>
      <dgm:spPr/>
      <dgm:t>
        <a:bodyPr/>
        <a:lstStyle/>
        <a:p>
          <a:endParaRPr lang="en-US"/>
        </a:p>
      </dgm:t>
    </dgm:pt>
    <dgm:pt modelId="{3304A019-9C0F-4C54-8BA4-9302AEC06DF8}">
      <dgm:prSet/>
      <dgm:spPr/>
      <dgm:t>
        <a:bodyPr/>
        <a:lstStyle/>
        <a:p>
          <a:r>
            <a:rPr lang="de-DE"/>
            <a:t>Ziel: Aufklären, sensibilisieren und Jugendliche &amp; junge Erwachsene unterstützen</a:t>
          </a:r>
          <a:endParaRPr lang="en-US"/>
        </a:p>
      </dgm:t>
    </dgm:pt>
    <dgm:pt modelId="{69022AE2-332D-47DB-878A-22EC6B036E5C}" type="parTrans" cxnId="{CDE74163-CF60-49A7-B47B-110EB28B5D64}">
      <dgm:prSet/>
      <dgm:spPr/>
      <dgm:t>
        <a:bodyPr/>
        <a:lstStyle/>
        <a:p>
          <a:endParaRPr lang="en-US"/>
        </a:p>
      </dgm:t>
    </dgm:pt>
    <dgm:pt modelId="{F1232660-1A16-4D78-A343-54EA7B6D234F}" type="sibTrans" cxnId="{CDE74163-CF60-49A7-B47B-110EB28B5D64}">
      <dgm:prSet/>
      <dgm:spPr/>
      <dgm:t>
        <a:bodyPr/>
        <a:lstStyle/>
        <a:p>
          <a:endParaRPr lang="en-US"/>
        </a:p>
      </dgm:t>
    </dgm:pt>
    <dgm:pt modelId="{D326B66D-8EC2-491E-A772-718DB928013E}">
      <dgm:prSet/>
      <dgm:spPr/>
      <dgm:t>
        <a:bodyPr/>
        <a:lstStyle/>
        <a:p>
          <a:r>
            <a:rPr lang="de-DE"/>
            <a:t>Plattform zur Information, Reflexion und Hilfe</a:t>
          </a:r>
          <a:endParaRPr lang="en-US"/>
        </a:p>
      </dgm:t>
    </dgm:pt>
    <dgm:pt modelId="{B8D952CB-2AAE-4286-B87B-8A219BF589C4}" type="parTrans" cxnId="{C8C70BB3-824A-4C3B-96F0-516E03B08A09}">
      <dgm:prSet/>
      <dgm:spPr/>
      <dgm:t>
        <a:bodyPr/>
        <a:lstStyle/>
        <a:p>
          <a:endParaRPr lang="en-US"/>
        </a:p>
      </dgm:t>
    </dgm:pt>
    <dgm:pt modelId="{5A520CDE-6983-4450-887D-ADD67AE2C885}" type="sibTrans" cxnId="{C8C70BB3-824A-4C3B-96F0-516E03B08A09}">
      <dgm:prSet/>
      <dgm:spPr/>
      <dgm:t>
        <a:bodyPr/>
        <a:lstStyle/>
        <a:p>
          <a:endParaRPr lang="en-US"/>
        </a:p>
      </dgm:t>
    </dgm:pt>
    <dgm:pt modelId="{268BF9E9-02F8-45FE-891E-D71AA1678B58}" type="pres">
      <dgm:prSet presAssocID="{4BDBB21B-DB8E-421E-ABFE-BD05FEAC8643}" presName="vert0" presStyleCnt="0">
        <dgm:presLayoutVars>
          <dgm:dir/>
          <dgm:animOne val="branch"/>
          <dgm:animLvl val="lvl"/>
        </dgm:presLayoutVars>
      </dgm:prSet>
      <dgm:spPr/>
    </dgm:pt>
    <dgm:pt modelId="{B1C2FE6E-5382-4BE1-97D1-A06ACF773BF1}" type="pres">
      <dgm:prSet presAssocID="{F78014AA-D9EC-4719-9858-4BA8A874E335}" presName="thickLine" presStyleLbl="alignNode1" presStyleIdx="0" presStyleCnt="3"/>
      <dgm:spPr/>
    </dgm:pt>
    <dgm:pt modelId="{6E63D1C0-1BB9-4D6A-A709-E4348D3D28FA}" type="pres">
      <dgm:prSet presAssocID="{F78014AA-D9EC-4719-9858-4BA8A874E335}" presName="horz1" presStyleCnt="0"/>
      <dgm:spPr/>
    </dgm:pt>
    <dgm:pt modelId="{57E23C16-B4DB-424B-AAD3-A8BDF23DFE2D}" type="pres">
      <dgm:prSet presAssocID="{F78014AA-D9EC-4719-9858-4BA8A874E335}" presName="tx1" presStyleLbl="revTx" presStyleIdx="0" presStyleCnt="3"/>
      <dgm:spPr/>
    </dgm:pt>
    <dgm:pt modelId="{63566A4B-F56B-4A3F-B2A5-2D992CBF360A}" type="pres">
      <dgm:prSet presAssocID="{F78014AA-D9EC-4719-9858-4BA8A874E335}" presName="vert1" presStyleCnt="0"/>
      <dgm:spPr/>
    </dgm:pt>
    <dgm:pt modelId="{897ABCF0-049B-4A77-AA45-3C0223937B99}" type="pres">
      <dgm:prSet presAssocID="{3304A019-9C0F-4C54-8BA4-9302AEC06DF8}" presName="thickLine" presStyleLbl="alignNode1" presStyleIdx="1" presStyleCnt="3"/>
      <dgm:spPr/>
    </dgm:pt>
    <dgm:pt modelId="{FE3C91B3-B6CC-477D-B3A2-506270B5FABF}" type="pres">
      <dgm:prSet presAssocID="{3304A019-9C0F-4C54-8BA4-9302AEC06DF8}" presName="horz1" presStyleCnt="0"/>
      <dgm:spPr/>
    </dgm:pt>
    <dgm:pt modelId="{469476B9-FCA7-4153-9219-C6C1A4DF5AA7}" type="pres">
      <dgm:prSet presAssocID="{3304A019-9C0F-4C54-8BA4-9302AEC06DF8}" presName="tx1" presStyleLbl="revTx" presStyleIdx="1" presStyleCnt="3"/>
      <dgm:spPr/>
    </dgm:pt>
    <dgm:pt modelId="{728A4B5E-8F20-427E-829B-4E34C8F219A7}" type="pres">
      <dgm:prSet presAssocID="{3304A019-9C0F-4C54-8BA4-9302AEC06DF8}" presName="vert1" presStyleCnt="0"/>
      <dgm:spPr/>
    </dgm:pt>
    <dgm:pt modelId="{36D2BE67-D3F0-4C89-B00A-44DB17708122}" type="pres">
      <dgm:prSet presAssocID="{D326B66D-8EC2-491E-A772-718DB928013E}" presName="thickLine" presStyleLbl="alignNode1" presStyleIdx="2" presStyleCnt="3"/>
      <dgm:spPr/>
    </dgm:pt>
    <dgm:pt modelId="{3BC9940E-0279-49FD-9992-998E1679E0BE}" type="pres">
      <dgm:prSet presAssocID="{D326B66D-8EC2-491E-A772-718DB928013E}" presName="horz1" presStyleCnt="0"/>
      <dgm:spPr/>
    </dgm:pt>
    <dgm:pt modelId="{04D337C9-1EE4-4B80-9773-4E941E387FCF}" type="pres">
      <dgm:prSet presAssocID="{D326B66D-8EC2-491E-A772-718DB928013E}" presName="tx1" presStyleLbl="revTx" presStyleIdx="2" presStyleCnt="3"/>
      <dgm:spPr/>
    </dgm:pt>
    <dgm:pt modelId="{FDACE1C1-5B68-4FEE-9447-ACFB0D5A73EB}" type="pres">
      <dgm:prSet presAssocID="{D326B66D-8EC2-491E-A772-718DB928013E}" presName="vert1" presStyleCnt="0"/>
      <dgm:spPr/>
    </dgm:pt>
  </dgm:ptLst>
  <dgm:cxnLst>
    <dgm:cxn modelId="{E24ACE0F-6C83-4CEE-8C97-802DC67C3F61}" type="presOf" srcId="{4BDBB21B-DB8E-421E-ABFE-BD05FEAC8643}" destId="{268BF9E9-02F8-45FE-891E-D71AA1678B58}" srcOrd="0" destOrd="0" presId="urn:microsoft.com/office/officeart/2008/layout/LinedList"/>
    <dgm:cxn modelId="{77375738-EB56-41C3-88F6-5E8B5C69097A}" srcId="{4BDBB21B-DB8E-421E-ABFE-BD05FEAC8643}" destId="{F78014AA-D9EC-4719-9858-4BA8A874E335}" srcOrd="0" destOrd="0" parTransId="{F399CAF0-BF67-4F5C-9EBB-46992800DF63}" sibTransId="{BC19B53A-D234-4D01-BB69-B70C21139F5A}"/>
    <dgm:cxn modelId="{CDE74163-CF60-49A7-B47B-110EB28B5D64}" srcId="{4BDBB21B-DB8E-421E-ABFE-BD05FEAC8643}" destId="{3304A019-9C0F-4C54-8BA4-9302AEC06DF8}" srcOrd="1" destOrd="0" parTransId="{69022AE2-332D-47DB-878A-22EC6B036E5C}" sibTransId="{F1232660-1A16-4D78-A343-54EA7B6D234F}"/>
    <dgm:cxn modelId="{0DFC8143-03B7-4437-830A-F8763A94D410}" type="presOf" srcId="{F78014AA-D9EC-4719-9858-4BA8A874E335}" destId="{57E23C16-B4DB-424B-AAD3-A8BDF23DFE2D}" srcOrd="0" destOrd="0" presId="urn:microsoft.com/office/officeart/2008/layout/LinedList"/>
    <dgm:cxn modelId="{D0378B91-B2AD-466D-ABBF-717443F1F5E1}" type="presOf" srcId="{3304A019-9C0F-4C54-8BA4-9302AEC06DF8}" destId="{469476B9-FCA7-4153-9219-C6C1A4DF5AA7}" srcOrd="0" destOrd="0" presId="urn:microsoft.com/office/officeart/2008/layout/LinedList"/>
    <dgm:cxn modelId="{C8C70BB3-824A-4C3B-96F0-516E03B08A09}" srcId="{4BDBB21B-DB8E-421E-ABFE-BD05FEAC8643}" destId="{D326B66D-8EC2-491E-A772-718DB928013E}" srcOrd="2" destOrd="0" parTransId="{B8D952CB-2AAE-4286-B87B-8A219BF589C4}" sibTransId="{5A520CDE-6983-4450-887D-ADD67AE2C885}"/>
    <dgm:cxn modelId="{4690BDC5-58AB-401A-9123-01ADCDC92AEE}" type="presOf" srcId="{D326B66D-8EC2-491E-A772-718DB928013E}" destId="{04D337C9-1EE4-4B80-9773-4E941E387FCF}" srcOrd="0" destOrd="0" presId="urn:microsoft.com/office/officeart/2008/layout/LinedList"/>
    <dgm:cxn modelId="{7E51C22F-ADCE-424D-82E1-2F463DB33DC2}" type="presParOf" srcId="{268BF9E9-02F8-45FE-891E-D71AA1678B58}" destId="{B1C2FE6E-5382-4BE1-97D1-A06ACF773BF1}" srcOrd="0" destOrd="0" presId="urn:microsoft.com/office/officeart/2008/layout/LinedList"/>
    <dgm:cxn modelId="{689E589C-6E2B-4F92-B01B-A8615FA2B66D}" type="presParOf" srcId="{268BF9E9-02F8-45FE-891E-D71AA1678B58}" destId="{6E63D1C0-1BB9-4D6A-A709-E4348D3D28FA}" srcOrd="1" destOrd="0" presId="urn:microsoft.com/office/officeart/2008/layout/LinedList"/>
    <dgm:cxn modelId="{00B2FDEE-532D-44FA-B5A1-5C1AAAE3D267}" type="presParOf" srcId="{6E63D1C0-1BB9-4D6A-A709-E4348D3D28FA}" destId="{57E23C16-B4DB-424B-AAD3-A8BDF23DFE2D}" srcOrd="0" destOrd="0" presId="urn:microsoft.com/office/officeart/2008/layout/LinedList"/>
    <dgm:cxn modelId="{E019F493-D61C-4A6D-9D14-17DA8EE4F4E1}" type="presParOf" srcId="{6E63D1C0-1BB9-4D6A-A709-E4348D3D28FA}" destId="{63566A4B-F56B-4A3F-B2A5-2D992CBF360A}" srcOrd="1" destOrd="0" presId="urn:microsoft.com/office/officeart/2008/layout/LinedList"/>
    <dgm:cxn modelId="{73B52227-F1EA-46CC-A7D9-DEA261C9CC9D}" type="presParOf" srcId="{268BF9E9-02F8-45FE-891E-D71AA1678B58}" destId="{897ABCF0-049B-4A77-AA45-3C0223937B99}" srcOrd="2" destOrd="0" presId="urn:microsoft.com/office/officeart/2008/layout/LinedList"/>
    <dgm:cxn modelId="{DFA6A62D-B722-4A80-B0AD-C802B5025400}" type="presParOf" srcId="{268BF9E9-02F8-45FE-891E-D71AA1678B58}" destId="{FE3C91B3-B6CC-477D-B3A2-506270B5FABF}" srcOrd="3" destOrd="0" presId="urn:microsoft.com/office/officeart/2008/layout/LinedList"/>
    <dgm:cxn modelId="{2D42D5A6-8828-405D-8986-0FB5E1EEE03D}" type="presParOf" srcId="{FE3C91B3-B6CC-477D-B3A2-506270B5FABF}" destId="{469476B9-FCA7-4153-9219-C6C1A4DF5AA7}" srcOrd="0" destOrd="0" presId="urn:microsoft.com/office/officeart/2008/layout/LinedList"/>
    <dgm:cxn modelId="{37761D96-4EB3-4786-A9B2-4F559E5A7FB5}" type="presParOf" srcId="{FE3C91B3-B6CC-477D-B3A2-506270B5FABF}" destId="{728A4B5E-8F20-427E-829B-4E34C8F219A7}" srcOrd="1" destOrd="0" presId="urn:microsoft.com/office/officeart/2008/layout/LinedList"/>
    <dgm:cxn modelId="{F5C75AA2-CBC9-4B7A-B783-7AC95F8E3090}" type="presParOf" srcId="{268BF9E9-02F8-45FE-891E-D71AA1678B58}" destId="{36D2BE67-D3F0-4C89-B00A-44DB17708122}" srcOrd="4" destOrd="0" presId="urn:microsoft.com/office/officeart/2008/layout/LinedList"/>
    <dgm:cxn modelId="{9AA74707-90FA-4713-A3A4-48C2E2F5BB33}" type="presParOf" srcId="{268BF9E9-02F8-45FE-891E-D71AA1678B58}" destId="{3BC9940E-0279-49FD-9992-998E1679E0BE}" srcOrd="5" destOrd="0" presId="urn:microsoft.com/office/officeart/2008/layout/LinedList"/>
    <dgm:cxn modelId="{1913D1C3-6CEA-42D0-915E-57C21CA54A6A}" type="presParOf" srcId="{3BC9940E-0279-49FD-9992-998E1679E0BE}" destId="{04D337C9-1EE4-4B80-9773-4E941E387FCF}" srcOrd="0" destOrd="0" presId="urn:microsoft.com/office/officeart/2008/layout/LinedList"/>
    <dgm:cxn modelId="{464C5AD6-857F-4045-8B49-90C7D62203D3}" type="presParOf" srcId="{3BC9940E-0279-49FD-9992-998E1679E0BE}" destId="{FDACE1C1-5B68-4FEE-9447-ACFB0D5A73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20DFDB-D8A2-4799-A22B-1CE14B56F34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1FD2B7-3A19-4B56-B533-DAC85971327B}">
      <dgm:prSet/>
      <dgm:spPr/>
      <dgm:t>
        <a:bodyPr/>
        <a:lstStyle/>
        <a:p>
          <a:r>
            <a:rPr lang="de-DE"/>
            <a:t>Jugendliche und junge Erwachsene (ca. 14–25 Jahre)</a:t>
          </a:r>
          <a:endParaRPr lang="en-US"/>
        </a:p>
      </dgm:t>
    </dgm:pt>
    <dgm:pt modelId="{3CB9D451-1B32-477F-9A81-BC05D3017045}" type="parTrans" cxnId="{9272F97C-C200-4CA2-B58F-43C9E0B8E6D4}">
      <dgm:prSet/>
      <dgm:spPr/>
      <dgm:t>
        <a:bodyPr/>
        <a:lstStyle/>
        <a:p>
          <a:endParaRPr lang="en-US"/>
        </a:p>
      </dgm:t>
    </dgm:pt>
    <dgm:pt modelId="{79448117-113A-4A16-ACE0-F47FD49BBA1F}" type="sibTrans" cxnId="{9272F97C-C200-4CA2-B58F-43C9E0B8E6D4}">
      <dgm:prSet/>
      <dgm:spPr/>
      <dgm:t>
        <a:bodyPr/>
        <a:lstStyle/>
        <a:p>
          <a:endParaRPr lang="en-US"/>
        </a:p>
      </dgm:t>
    </dgm:pt>
    <dgm:pt modelId="{C3DCAAA2-F2A0-416E-8652-761F6954ADCE}">
      <dgm:prSet/>
      <dgm:spPr/>
      <dgm:t>
        <a:bodyPr/>
        <a:lstStyle/>
        <a:p>
          <a:r>
            <a:rPr lang="de-DE"/>
            <a:t>Digital Natives, die täglich soziale Medien nutzen</a:t>
          </a:r>
          <a:endParaRPr lang="en-US"/>
        </a:p>
      </dgm:t>
    </dgm:pt>
    <dgm:pt modelId="{9AFE4A82-CA37-499D-92BF-1B71CBEDEA74}" type="parTrans" cxnId="{8F64A89E-8C7C-4360-9709-9ED3200F279E}">
      <dgm:prSet/>
      <dgm:spPr/>
      <dgm:t>
        <a:bodyPr/>
        <a:lstStyle/>
        <a:p>
          <a:endParaRPr lang="en-US"/>
        </a:p>
      </dgm:t>
    </dgm:pt>
    <dgm:pt modelId="{3FF0D8EE-15B1-44D7-841B-B24CA6885A73}" type="sibTrans" cxnId="{8F64A89E-8C7C-4360-9709-9ED3200F279E}">
      <dgm:prSet/>
      <dgm:spPr/>
      <dgm:t>
        <a:bodyPr/>
        <a:lstStyle/>
        <a:p>
          <a:endParaRPr lang="en-US"/>
        </a:p>
      </dgm:t>
    </dgm:pt>
    <dgm:pt modelId="{905B668F-FD3F-4142-9DF4-265FAFE5C0A1}">
      <dgm:prSet/>
      <dgm:spPr/>
      <dgm:t>
        <a:bodyPr/>
        <a:lstStyle/>
        <a:p>
          <a:r>
            <a:rPr lang="de-DE"/>
            <a:t>Ziel: Bewusstsein schaffen für Risiken &amp; Chancen</a:t>
          </a:r>
          <a:endParaRPr lang="en-US"/>
        </a:p>
      </dgm:t>
    </dgm:pt>
    <dgm:pt modelId="{B1236A25-3130-4E69-8773-217FCD947F02}" type="parTrans" cxnId="{BD611819-8A04-486E-96D0-80CA2B3BABE6}">
      <dgm:prSet/>
      <dgm:spPr/>
      <dgm:t>
        <a:bodyPr/>
        <a:lstStyle/>
        <a:p>
          <a:endParaRPr lang="en-US"/>
        </a:p>
      </dgm:t>
    </dgm:pt>
    <dgm:pt modelId="{43A2DF4A-2C3E-4360-B918-6A29FE3E5BD9}" type="sibTrans" cxnId="{BD611819-8A04-486E-96D0-80CA2B3BABE6}">
      <dgm:prSet/>
      <dgm:spPr/>
      <dgm:t>
        <a:bodyPr/>
        <a:lstStyle/>
        <a:p>
          <a:endParaRPr lang="en-US"/>
        </a:p>
      </dgm:t>
    </dgm:pt>
    <dgm:pt modelId="{61EE4B41-9926-4AB0-87A2-2DB6F1A11439}" type="pres">
      <dgm:prSet presAssocID="{C620DFDB-D8A2-4799-A22B-1CE14B56F34A}" presName="outerComposite" presStyleCnt="0">
        <dgm:presLayoutVars>
          <dgm:chMax val="5"/>
          <dgm:dir/>
          <dgm:resizeHandles val="exact"/>
        </dgm:presLayoutVars>
      </dgm:prSet>
      <dgm:spPr/>
    </dgm:pt>
    <dgm:pt modelId="{58ADB3DC-BE6A-4F1C-82C9-AAFDDF04ADCA}" type="pres">
      <dgm:prSet presAssocID="{C620DFDB-D8A2-4799-A22B-1CE14B56F34A}" presName="dummyMaxCanvas" presStyleCnt="0">
        <dgm:presLayoutVars/>
      </dgm:prSet>
      <dgm:spPr/>
    </dgm:pt>
    <dgm:pt modelId="{03F1FCBF-6B66-4BF4-8CD9-D08C92AB4EA8}" type="pres">
      <dgm:prSet presAssocID="{C620DFDB-D8A2-4799-A22B-1CE14B56F34A}" presName="ThreeNodes_1" presStyleLbl="node1" presStyleIdx="0" presStyleCnt="3">
        <dgm:presLayoutVars>
          <dgm:bulletEnabled val="1"/>
        </dgm:presLayoutVars>
      </dgm:prSet>
      <dgm:spPr/>
    </dgm:pt>
    <dgm:pt modelId="{4B022BB3-898B-43D7-AFD1-1E9C439B3972}" type="pres">
      <dgm:prSet presAssocID="{C620DFDB-D8A2-4799-A22B-1CE14B56F34A}" presName="ThreeNodes_2" presStyleLbl="node1" presStyleIdx="1" presStyleCnt="3">
        <dgm:presLayoutVars>
          <dgm:bulletEnabled val="1"/>
        </dgm:presLayoutVars>
      </dgm:prSet>
      <dgm:spPr/>
    </dgm:pt>
    <dgm:pt modelId="{5482EBE6-92A5-403D-891D-059153CE6A82}" type="pres">
      <dgm:prSet presAssocID="{C620DFDB-D8A2-4799-A22B-1CE14B56F34A}" presName="ThreeNodes_3" presStyleLbl="node1" presStyleIdx="2" presStyleCnt="3">
        <dgm:presLayoutVars>
          <dgm:bulletEnabled val="1"/>
        </dgm:presLayoutVars>
      </dgm:prSet>
      <dgm:spPr/>
    </dgm:pt>
    <dgm:pt modelId="{5280F867-4119-4F35-8EE2-2FAAF01A2F4D}" type="pres">
      <dgm:prSet presAssocID="{C620DFDB-D8A2-4799-A22B-1CE14B56F34A}" presName="ThreeConn_1-2" presStyleLbl="fgAccFollowNode1" presStyleIdx="0" presStyleCnt="2">
        <dgm:presLayoutVars>
          <dgm:bulletEnabled val="1"/>
        </dgm:presLayoutVars>
      </dgm:prSet>
      <dgm:spPr/>
    </dgm:pt>
    <dgm:pt modelId="{984EDDCB-3C70-4F83-894F-66E618816294}" type="pres">
      <dgm:prSet presAssocID="{C620DFDB-D8A2-4799-A22B-1CE14B56F34A}" presName="ThreeConn_2-3" presStyleLbl="fgAccFollowNode1" presStyleIdx="1" presStyleCnt="2">
        <dgm:presLayoutVars>
          <dgm:bulletEnabled val="1"/>
        </dgm:presLayoutVars>
      </dgm:prSet>
      <dgm:spPr/>
    </dgm:pt>
    <dgm:pt modelId="{78ECEFA9-5ABA-4705-957C-9A8CF96C376C}" type="pres">
      <dgm:prSet presAssocID="{C620DFDB-D8A2-4799-A22B-1CE14B56F34A}" presName="ThreeNodes_1_text" presStyleLbl="node1" presStyleIdx="2" presStyleCnt="3">
        <dgm:presLayoutVars>
          <dgm:bulletEnabled val="1"/>
        </dgm:presLayoutVars>
      </dgm:prSet>
      <dgm:spPr/>
    </dgm:pt>
    <dgm:pt modelId="{18CB3A2B-927C-47B5-A42C-5E33FA50837B}" type="pres">
      <dgm:prSet presAssocID="{C620DFDB-D8A2-4799-A22B-1CE14B56F34A}" presName="ThreeNodes_2_text" presStyleLbl="node1" presStyleIdx="2" presStyleCnt="3">
        <dgm:presLayoutVars>
          <dgm:bulletEnabled val="1"/>
        </dgm:presLayoutVars>
      </dgm:prSet>
      <dgm:spPr/>
    </dgm:pt>
    <dgm:pt modelId="{91FC3620-24E2-4745-9E20-83A86926A8E6}" type="pres">
      <dgm:prSet presAssocID="{C620DFDB-D8A2-4799-A22B-1CE14B56F34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A5A8802-A3FA-4E3E-95AD-5F8AA80BFB90}" type="presOf" srcId="{C3DCAAA2-F2A0-416E-8652-761F6954ADCE}" destId="{18CB3A2B-927C-47B5-A42C-5E33FA50837B}" srcOrd="1" destOrd="0" presId="urn:microsoft.com/office/officeart/2005/8/layout/vProcess5"/>
    <dgm:cxn modelId="{AED5D106-8EB1-46BB-85CB-8920E2B7FFC2}" type="presOf" srcId="{C620DFDB-D8A2-4799-A22B-1CE14B56F34A}" destId="{61EE4B41-9926-4AB0-87A2-2DB6F1A11439}" srcOrd="0" destOrd="0" presId="urn:microsoft.com/office/officeart/2005/8/layout/vProcess5"/>
    <dgm:cxn modelId="{96638007-9F10-4B42-9B2F-C50090BBBCBB}" type="presOf" srcId="{79448117-113A-4A16-ACE0-F47FD49BBA1F}" destId="{5280F867-4119-4F35-8EE2-2FAAF01A2F4D}" srcOrd="0" destOrd="0" presId="urn:microsoft.com/office/officeart/2005/8/layout/vProcess5"/>
    <dgm:cxn modelId="{895B0009-9BA8-47F3-B61B-0A6BDB17C3F2}" type="presOf" srcId="{AC1FD2B7-3A19-4B56-B533-DAC85971327B}" destId="{78ECEFA9-5ABA-4705-957C-9A8CF96C376C}" srcOrd="1" destOrd="0" presId="urn:microsoft.com/office/officeart/2005/8/layout/vProcess5"/>
    <dgm:cxn modelId="{55D81F14-426C-48B7-82EF-3FD003932775}" type="presOf" srcId="{905B668F-FD3F-4142-9DF4-265FAFE5C0A1}" destId="{5482EBE6-92A5-403D-891D-059153CE6A82}" srcOrd="0" destOrd="0" presId="urn:microsoft.com/office/officeart/2005/8/layout/vProcess5"/>
    <dgm:cxn modelId="{BD611819-8A04-486E-96D0-80CA2B3BABE6}" srcId="{C620DFDB-D8A2-4799-A22B-1CE14B56F34A}" destId="{905B668F-FD3F-4142-9DF4-265FAFE5C0A1}" srcOrd="2" destOrd="0" parTransId="{B1236A25-3130-4E69-8773-217FCD947F02}" sibTransId="{43A2DF4A-2C3E-4360-B918-6A29FE3E5BD9}"/>
    <dgm:cxn modelId="{7DC3AD42-0B9F-4BE2-B102-BA54AE01D7AF}" type="presOf" srcId="{3FF0D8EE-15B1-44D7-841B-B24CA6885A73}" destId="{984EDDCB-3C70-4F83-894F-66E618816294}" srcOrd="0" destOrd="0" presId="urn:microsoft.com/office/officeart/2005/8/layout/vProcess5"/>
    <dgm:cxn modelId="{429C3063-2977-46FD-ABC1-104F116BBDFB}" type="presOf" srcId="{905B668F-FD3F-4142-9DF4-265FAFE5C0A1}" destId="{91FC3620-24E2-4745-9E20-83A86926A8E6}" srcOrd="1" destOrd="0" presId="urn:microsoft.com/office/officeart/2005/8/layout/vProcess5"/>
    <dgm:cxn modelId="{9272F97C-C200-4CA2-B58F-43C9E0B8E6D4}" srcId="{C620DFDB-D8A2-4799-A22B-1CE14B56F34A}" destId="{AC1FD2B7-3A19-4B56-B533-DAC85971327B}" srcOrd="0" destOrd="0" parTransId="{3CB9D451-1B32-477F-9A81-BC05D3017045}" sibTransId="{79448117-113A-4A16-ACE0-F47FD49BBA1F}"/>
    <dgm:cxn modelId="{8F64A89E-8C7C-4360-9709-9ED3200F279E}" srcId="{C620DFDB-D8A2-4799-A22B-1CE14B56F34A}" destId="{C3DCAAA2-F2A0-416E-8652-761F6954ADCE}" srcOrd="1" destOrd="0" parTransId="{9AFE4A82-CA37-499D-92BF-1B71CBEDEA74}" sibTransId="{3FF0D8EE-15B1-44D7-841B-B24CA6885A73}"/>
    <dgm:cxn modelId="{4AD1CABE-C387-4F2A-BC7E-BD09474DDA3C}" type="presOf" srcId="{C3DCAAA2-F2A0-416E-8652-761F6954ADCE}" destId="{4B022BB3-898B-43D7-AFD1-1E9C439B3972}" srcOrd="0" destOrd="0" presId="urn:microsoft.com/office/officeart/2005/8/layout/vProcess5"/>
    <dgm:cxn modelId="{9CA724D8-C17B-49EE-81B9-3FE02D547889}" type="presOf" srcId="{AC1FD2B7-3A19-4B56-B533-DAC85971327B}" destId="{03F1FCBF-6B66-4BF4-8CD9-D08C92AB4EA8}" srcOrd="0" destOrd="0" presId="urn:microsoft.com/office/officeart/2005/8/layout/vProcess5"/>
    <dgm:cxn modelId="{709D1DF7-EEA7-4CD1-A1C8-2D3D9C29935A}" type="presParOf" srcId="{61EE4B41-9926-4AB0-87A2-2DB6F1A11439}" destId="{58ADB3DC-BE6A-4F1C-82C9-AAFDDF04ADCA}" srcOrd="0" destOrd="0" presId="urn:microsoft.com/office/officeart/2005/8/layout/vProcess5"/>
    <dgm:cxn modelId="{7F8F9240-AC30-4F5D-9065-3BEE3E16671A}" type="presParOf" srcId="{61EE4B41-9926-4AB0-87A2-2DB6F1A11439}" destId="{03F1FCBF-6B66-4BF4-8CD9-D08C92AB4EA8}" srcOrd="1" destOrd="0" presId="urn:microsoft.com/office/officeart/2005/8/layout/vProcess5"/>
    <dgm:cxn modelId="{59C48B4E-9F59-4656-8E54-FF991F4A76D1}" type="presParOf" srcId="{61EE4B41-9926-4AB0-87A2-2DB6F1A11439}" destId="{4B022BB3-898B-43D7-AFD1-1E9C439B3972}" srcOrd="2" destOrd="0" presId="urn:microsoft.com/office/officeart/2005/8/layout/vProcess5"/>
    <dgm:cxn modelId="{C264E2AA-2E91-4461-905B-6F8762C8ADCB}" type="presParOf" srcId="{61EE4B41-9926-4AB0-87A2-2DB6F1A11439}" destId="{5482EBE6-92A5-403D-891D-059153CE6A82}" srcOrd="3" destOrd="0" presId="urn:microsoft.com/office/officeart/2005/8/layout/vProcess5"/>
    <dgm:cxn modelId="{AE75D29C-D287-4B18-90BF-70578A5E77A0}" type="presParOf" srcId="{61EE4B41-9926-4AB0-87A2-2DB6F1A11439}" destId="{5280F867-4119-4F35-8EE2-2FAAF01A2F4D}" srcOrd="4" destOrd="0" presId="urn:microsoft.com/office/officeart/2005/8/layout/vProcess5"/>
    <dgm:cxn modelId="{12967140-F34E-4936-9462-6E17B246CD04}" type="presParOf" srcId="{61EE4B41-9926-4AB0-87A2-2DB6F1A11439}" destId="{984EDDCB-3C70-4F83-894F-66E618816294}" srcOrd="5" destOrd="0" presId="urn:microsoft.com/office/officeart/2005/8/layout/vProcess5"/>
    <dgm:cxn modelId="{67616C73-5630-43F0-B304-505362E51AB5}" type="presParOf" srcId="{61EE4B41-9926-4AB0-87A2-2DB6F1A11439}" destId="{78ECEFA9-5ABA-4705-957C-9A8CF96C376C}" srcOrd="6" destOrd="0" presId="urn:microsoft.com/office/officeart/2005/8/layout/vProcess5"/>
    <dgm:cxn modelId="{F392EB4D-A6A6-483C-B3D8-A53CA5044672}" type="presParOf" srcId="{61EE4B41-9926-4AB0-87A2-2DB6F1A11439}" destId="{18CB3A2B-927C-47B5-A42C-5E33FA50837B}" srcOrd="7" destOrd="0" presId="urn:microsoft.com/office/officeart/2005/8/layout/vProcess5"/>
    <dgm:cxn modelId="{89A45082-A30E-4AA3-A4A2-45778E3575D0}" type="presParOf" srcId="{61EE4B41-9926-4AB0-87A2-2DB6F1A11439}" destId="{91FC3620-24E2-4745-9E20-83A86926A8E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64BBE8-A91B-40C5-A341-17E77E66B397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541E30D-FBC6-4D46-85B3-EBFF21581AD3}">
      <dgm:prSet/>
      <dgm:spPr/>
      <dgm:t>
        <a:bodyPr/>
        <a:lstStyle/>
        <a:p>
          <a:r>
            <a:rPr lang="de-DE" dirty="0"/>
            <a:t>Mobile First Design</a:t>
          </a:r>
          <a:endParaRPr lang="en-US" dirty="0"/>
        </a:p>
      </dgm:t>
    </dgm:pt>
    <dgm:pt modelId="{0B4734D3-432A-46DD-9CBA-80C14213218B}" type="parTrans" cxnId="{2D2DE37F-54AD-4021-89EC-D8D07C053AA4}">
      <dgm:prSet/>
      <dgm:spPr/>
      <dgm:t>
        <a:bodyPr/>
        <a:lstStyle/>
        <a:p>
          <a:endParaRPr lang="en-US"/>
        </a:p>
      </dgm:t>
    </dgm:pt>
    <dgm:pt modelId="{9A5D8995-16E9-45BF-8593-39E7EC003258}" type="sibTrans" cxnId="{2D2DE37F-54AD-4021-89EC-D8D07C053AA4}">
      <dgm:prSet/>
      <dgm:spPr/>
      <dgm:t>
        <a:bodyPr/>
        <a:lstStyle/>
        <a:p>
          <a:endParaRPr lang="en-US"/>
        </a:p>
      </dgm:t>
    </dgm:pt>
    <dgm:pt modelId="{0535BC4C-3107-4938-B382-CD8A0BF0DDC7}">
      <dgm:prSet/>
      <dgm:spPr/>
      <dgm:t>
        <a:bodyPr/>
        <a:lstStyle/>
        <a:p>
          <a:r>
            <a:rPr lang="de-DE" dirty="0"/>
            <a:t>Semantisches HTML &amp; übersichtliche Struktur</a:t>
          </a:r>
          <a:endParaRPr lang="en-US" dirty="0"/>
        </a:p>
      </dgm:t>
    </dgm:pt>
    <dgm:pt modelId="{325994F2-6B4E-45C4-9BED-96E969FBD3D2}" type="parTrans" cxnId="{D32F924A-5E0F-4C49-89C0-14CD3046C0B5}">
      <dgm:prSet/>
      <dgm:spPr/>
      <dgm:t>
        <a:bodyPr/>
        <a:lstStyle/>
        <a:p>
          <a:endParaRPr lang="en-US"/>
        </a:p>
      </dgm:t>
    </dgm:pt>
    <dgm:pt modelId="{BA13E27A-9E6B-4957-8415-0263E96D3E49}" type="sibTrans" cxnId="{D32F924A-5E0F-4C49-89C0-14CD3046C0B5}">
      <dgm:prSet/>
      <dgm:spPr/>
      <dgm:t>
        <a:bodyPr/>
        <a:lstStyle/>
        <a:p>
          <a:endParaRPr lang="en-US"/>
        </a:p>
      </dgm:t>
    </dgm:pt>
    <dgm:pt modelId="{03CC1102-C4F6-4369-B54C-16B94FC91DB7}">
      <dgm:prSet/>
      <dgm:spPr/>
      <dgm:t>
        <a:bodyPr/>
        <a:lstStyle/>
        <a:p>
          <a:r>
            <a:rPr lang="de-DE" dirty="0"/>
            <a:t>Schnell erfassbare Inhalte &amp; Tipps</a:t>
          </a:r>
          <a:endParaRPr lang="en-US" dirty="0"/>
        </a:p>
      </dgm:t>
    </dgm:pt>
    <dgm:pt modelId="{42505127-0125-4B77-9219-05A842B09716}" type="parTrans" cxnId="{3CEE7094-78F8-4E24-A449-AB14D064D39E}">
      <dgm:prSet/>
      <dgm:spPr/>
      <dgm:t>
        <a:bodyPr/>
        <a:lstStyle/>
        <a:p>
          <a:endParaRPr lang="en-US"/>
        </a:p>
      </dgm:t>
    </dgm:pt>
    <dgm:pt modelId="{B8C3BEBF-8586-4D38-AB6A-EFDE2D01C8F4}" type="sibTrans" cxnId="{3CEE7094-78F8-4E24-A449-AB14D064D39E}">
      <dgm:prSet/>
      <dgm:spPr/>
      <dgm:t>
        <a:bodyPr/>
        <a:lstStyle/>
        <a:p>
          <a:endParaRPr lang="en-US"/>
        </a:p>
      </dgm:t>
    </dgm:pt>
    <dgm:pt modelId="{6928CDE8-4EE6-423D-85EB-C3C7AB150CDE}">
      <dgm:prSet/>
      <dgm:spPr/>
      <dgm:t>
        <a:bodyPr/>
        <a:lstStyle/>
        <a:p>
          <a:r>
            <a:rPr lang="de-DE" dirty="0"/>
            <a:t>Ressourcen mit externen Links</a:t>
          </a:r>
          <a:endParaRPr lang="en-US" dirty="0"/>
        </a:p>
      </dgm:t>
    </dgm:pt>
    <dgm:pt modelId="{04E123E5-850E-4BA6-A223-E087471A83E7}" type="parTrans" cxnId="{F38D439E-8DC3-4F72-A995-8EA01164D866}">
      <dgm:prSet/>
      <dgm:spPr/>
      <dgm:t>
        <a:bodyPr/>
        <a:lstStyle/>
        <a:p>
          <a:endParaRPr lang="en-US"/>
        </a:p>
      </dgm:t>
    </dgm:pt>
    <dgm:pt modelId="{E64FB40B-CA89-4209-9278-C5B778F1E446}" type="sibTrans" cxnId="{F38D439E-8DC3-4F72-A995-8EA01164D866}">
      <dgm:prSet/>
      <dgm:spPr/>
      <dgm:t>
        <a:bodyPr/>
        <a:lstStyle/>
        <a:p>
          <a:endParaRPr lang="en-US"/>
        </a:p>
      </dgm:t>
    </dgm:pt>
    <dgm:pt modelId="{30183134-E513-48F8-8F75-00B2BB6DC764}">
      <dgm:prSet/>
      <dgm:spPr/>
      <dgm:t>
        <a:bodyPr/>
        <a:lstStyle/>
        <a:p>
          <a:r>
            <a:rPr lang="de-DE" dirty="0"/>
            <a:t>Kleine Infoboxen für zusätzliche Inhalte</a:t>
          </a:r>
          <a:endParaRPr lang="en-US" dirty="0"/>
        </a:p>
      </dgm:t>
    </dgm:pt>
    <dgm:pt modelId="{A2612475-6FD9-4F5A-8622-70F493EE5A56}" type="parTrans" cxnId="{190783AC-49E6-45AB-8292-00A518A4C699}">
      <dgm:prSet/>
      <dgm:spPr/>
      <dgm:t>
        <a:bodyPr/>
        <a:lstStyle/>
        <a:p>
          <a:endParaRPr lang="en-US"/>
        </a:p>
      </dgm:t>
    </dgm:pt>
    <dgm:pt modelId="{91C7ECEB-F90F-4593-96D1-AD78BFCA4E82}" type="sibTrans" cxnId="{190783AC-49E6-45AB-8292-00A518A4C699}">
      <dgm:prSet/>
      <dgm:spPr/>
      <dgm:t>
        <a:bodyPr/>
        <a:lstStyle/>
        <a:p>
          <a:endParaRPr lang="en-US"/>
        </a:p>
      </dgm:t>
    </dgm:pt>
    <dgm:pt modelId="{01E3CE9F-BA1D-4CC4-ACE7-93D0FD7C68FB}" type="pres">
      <dgm:prSet presAssocID="{ED64BBE8-A91B-40C5-A341-17E77E66B397}" presName="linear" presStyleCnt="0">
        <dgm:presLayoutVars>
          <dgm:animLvl val="lvl"/>
          <dgm:resizeHandles val="exact"/>
        </dgm:presLayoutVars>
      </dgm:prSet>
      <dgm:spPr/>
    </dgm:pt>
    <dgm:pt modelId="{B8D2ECDD-FC5C-40AF-989E-8C4E58D8684B}" type="pres">
      <dgm:prSet presAssocID="{F541E30D-FBC6-4D46-85B3-EBFF21581A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870203-EEAC-479F-97F2-C61B84ABDA03}" type="pres">
      <dgm:prSet presAssocID="{9A5D8995-16E9-45BF-8593-39E7EC003258}" presName="spacer" presStyleCnt="0"/>
      <dgm:spPr/>
    </dgm:pt>
    <dgm:pt modelId="{ECDAF9B9-4E9D-460C-B9D0-1621F3C37FFC}" type="pres">
      <dgm:prSet presAssocID="{0535BC4C-3107-4938-B382-CD8A0BF0DDC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E6493A-FE01-464B-927A-5C9E797A39AC}" type="pres">
      <dgm:prSet presAssocID="{BA13E27A-9E6B-4957-8415-0263E96D3E49}" presName="spacer" presStyleCnt="0"/>
      <dgm:spPr/>
    </dgm:pt>
    <dgm:pt modelId="{4EC4CFC5-D14F-4770-8F12-25C94D65FB2E}" type="pres">
      <dgm:prSet presAssocID="{03CC1102-C4F6-4369-B54C-16B94FC91DB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2063E75-D28D-49FE-B338-E5A0FBC0C3EB}" type="pres">
      <dgm:prSet presAssocID="{B8C3BEBF-8586-4D38-AB6A-EFDE2D01C8F4}" presName="spacer" presStyleCnt="0"/>
      <dgm:spPr/>
    </dgm:pt>
    <dgm:pt modelId="{84DAF7B8-7A38-4DEB-A8B4-0B3E734F2695}" type="pres">
      <dgm:prSet presAssocID="{6928CDE8-4EE6-423D-85EB-C3C7AB150CD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8890A50-6EC2-49BC-925D-382606A6CDAB}" type="pres">
      <dgm:prSet presAssocID="{E64FB40B-CA89-4209-9278-C5B778F1E446}" presName="spacer" presStyleCnt="0"/>
      <dgm:spPr/>
    </dgm:pt>
    <dgm:pt modelId="{53F5FB7C-43EF-486B-B076-844B72CF24D7}" type="pres">
      <dgm:prSet presAssocID="{30183134-E513-48F8-8F75-00B2BB6DC76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CCD111F-6D90-48E5-8B7E-EE3561613465}" type="presOf" srcId="{6928CDE8-4EE6-423D-85EB-C3C7AB150CDE}" destId="{84DAF7B8-7A38-4DEB-A8B4-0B3E734F2695}" srcOrd="0" destOrd="0" presId="urn:microsoft.com/office/officeart/2005/8/layout/vList2"/>
    <dgm:cxn modelId="{149CDE48-69E2-43C7-9926-E3532202A8FD}" type="presOf" srcId="{03CC1102-C4F6-4369-B54C-16B94FC91DB7}" destId="{4EC4CFC5-D14F-4770-8F12-25C94D65FB2E}" srcOrd="0" destOrd="0" presId="urn:microsoft.com/office/officeart/2005/8/layout/vList2"/>
    <dgm:cxn modelId="{D32F924A-5E0F-4C49-89C0-14CD3046C0B5}" srcId="{ED64BBE8-A91B-40C5-A341-17E77E66B397}" destId="{0535BC4C-3107-4938-B382-CD8A0BF0DDC7}" srcOrd="1" destOrd="0" parTransId="{325994F2-6B4E-45C4-9BED-96E969FBD3D2}" sibTransId="{BA13E27A-9E6B-4957-8415-0263E96D3E49}"/>
    <dgm:cxn modelId="{9CC3967A-D504-4BD2-B810-86B42282D787}" type="presOf" srcId="{30183134-E513-48F8-8F75-00B2BB6DC764}" destId="{53F5FB7C-43EF-486B-B076-844B72CF24D7}" srcOrd="0" destOrd="0" presId="urn:microsoft.com/office/officeart/2005/8/layout/vList2"/>
    <dgm:cxn modelId="{2D2DE37F-54AD-4021-89EC-D8D07C053AA4}" srcId="{ED64BBE8-A91B-40C5-A341-17E77E66B397}" destId="{F541E30D-FBC6-4D46-85B3-EBFF21581AD3}" srcOrd="0" destOrd="0" parTransId="{0B4734D3-432A-46DD-9CBA-80C14213218B}" sibTransId="{9A5D8995-16E9-45BF-8593-39E7EC003258}"/>
    <dgm:cxn modelId="{46AE8093-F5E7-47A9-AD64-67CC758710B7}" type="presOf" srcId="{ED64BBE8-A91B-40C5-A341-17E77E66B397}" destId="{01E3CE9F-BA1D-4CC4-ACE7-93D0FD7C68FB}" srcOrd="0" destOrd="0" presId="urn:microsoft.com/office/officeart/2005/8/layout/vList2"/>
    <dgm:cxn modelId="{3CEE7094-78F8-4E24-A449-AB14D064D39E}" srcId="{ED64BBE8-A91B-40C5-A341-17E77E66B397}" destId="{03CC1102-C4F6-4369-B54C-16B94FC91DB7}" srcOrd="2" destOrd="0" parTransId="{42505127-0125-4B77-9219-05A842B09716}" sibTransId="{B8C3BEBF-8586-4D38-AB6A-EFDE2D01C8F4}"/>
    <dgm:cxn modelId="{F38D439E-8DC3-4F72-A995-8EA01164D866}" srcId="{ED64BBE8-A91B-40C5-A341-17E77E66B397}" destId="{6928CDE8-4EE6-423D-85EB-C3C7AB150CDE}" srcOrd="3" destOrd="0" parTransId="{04E123E5-850E-4BA6-A223-E087471A83E7}" sibTransId="{E64FB40B-CA89-4209-9278-C5B778F1E446}"/>
    <dgm:cxn modelId="{190783AC-49E6-45AB-8292-00A518A4C699}" srcId="{ED64BBE8-A91B-40C5-A341-17E77E66B397}" destId="{30183134-E513-48F8-8F75-00B2BB6DC764}" srcOrd="4" destOrd="0" parTransId="{A2612475-6FD9-4F5A-8622-70F493EE5A56}" sibTransId="{91C7ECEB-F90F-4593-96D1-AD78BFCA4E82}"/>
    <dgm:cxn modelId="{220D1FB7-EA2D-4D97-A49B-45E4DFA3E2C8}" type="presOf" srcId="{F541E30D-FBC6-4D46-85B3-EBFF21581AD3}" destId="{B8D2ECDD-FC5C-40AF-989E-8C4E58D8684B}" srcOrd="0" destOrd="0" presId="urn:microsoft.com/office/officeart/2005/8/layout/vList2"/>
    <dgm:cxn modelId="{13E86AFC-131A-41E2-87B9-6E3EA4DE3237}" type="presOf" srcId="{0535BC4C-3107-4938-B382-CD8A0BF0DDC7}" destId="{ECDAF9B9-4E9D-460C-B9D0-1621F3C37FFC}" srcOrd="0" destOrd="0" presId="urn:microsoft.com/office/officeart/2005/8/layout/vList2"/>
    <dgm:cxn modelId="{B1949BD3-8EBE-477F-BB56-D178DCC9F2C4}" type="presParOf" srcId="{01E3CE9F-BA1D-4CC4-ACE7-93D0FD7C68FB}" destId="{B8D2ECDD-FC5C-40AF-989E-8C4E58D8684B}" srcOrd="0" destOrd="0" presId="urn:microsoft.com/office/officeart/2005/8/layout/vList2"/>
    <dgm:cxn modelId="{E2479B9C-766D-439F-9EB3-A301C3DBCC87}" type="presParOf" srcId="{01E3CE9F-BA1D-4CC4-ACE7-93D0FD7C68FB}" destId="{86870203-EEAC-479F-97F2-C61B84ABDA03}" srcOrd="1" destOrd="0" presId="urn:microsoft.com/office/officeart/2005/8/layout/vList2"/>
    <dgm:cxn modelId="{3D7694E6-B8E0-4E4A-98C0-ECA58F0672F9}" type="presParOf" srcId="{01E3CE9F-BA1D-4CC4-ACE7-93D0FD7C68FB}" destId="{ECDAF9B9-4E9D-460C-B9D0-1621F3C37FFC}" srcOrd="2" destOrd="0" presId="urn:microsoft.com/office/officeart/2005/8/layout/vList2"/>
    <dgm:cxn modelId="{1FCAE698-3519-4281-9ADC-E2C4610473F3}" type="presParOf" srcId="{01E3CE9F-BA1D-4CC4-ACE7-93D0FD7C68FB}" destId="{0CE6493A-FE01-464B-927A-5C9E797A39AC}" srcOrd="3" destOrd="0" presId="urn:microsoft.com/office/officeart/2005/8/layout/vList2"/>
    <dgm:cxn modelId="{34274F87-3851-4142-ACA9-640FF5D9EF7A}" type="presParOf" srcId="{01E3CE9F-BA1D-4CC4-ACE7-93D0FD7C68FB}" destId="{4EC4CFC5-D14F-4770-8F12-25C94D65FB2E}" srcOrd="4" destOrd="0" presId="urn:microsoft.com/office/officeart/2005/8/layout/vList2"/>
    <dgm:cxn modelId="{4E979CDE-1115-4085-AF0C-D6A56D41EB1C}" type="presParOf" srcId="{01E3CE9F-BA1D-4CC4-ACE7-93D0FD7C68FB}" destId="{B2063E75-D28D-49FE-B338-E5A0FBC0C3EB}" srcOrd="5" destOrd="0" presId="urn:microsoft.com/office/officeart/2005/8/layout/vList2"/>
    <dgm:cxn modelId="{C229E644-5B59-464F-8236-659949272637}" type="presParOf" srcId="{01E3CE9F-BA1D-4CC4-ACE7-93D0FD7C68FB}" destId="{84DAF7B8-7A38-4DEB-A8B4-0B3E734F2695}" srcOrd="6" destOrd="0" presId="urn:microsoft.com/office/officeart/2005/8/layout/vList2"/>
    <dgm:cxn modelId="{20067CB1-9682-4422-A898-3F896C334024}" type="presParOf" srcId="{01E3CE9F-BA1D-4CC4-ACE7-93D0FD7C68FB}" destId="{38890A50-6EC2-49BC-925D-382606A6CDAB}" srcOrd="7" destOrd="0" presId="urn:microsoft.com/office/officeart/2005/8/layout/vList2"/>
    <dgm:cxn modelId="{FA0C689E-EE1C-4F4E-84CA-DDAB68799406}" type="presParOf" srcId="{01E3CE9F-BA1D-4CC4-ACE7-93D0FD7C68FB}" destId="{53F5FB7C-43EF-486B-B076-844B72CF24D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B8DEEA-7E07-4AA0-8F86-78EBA534FB7D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CAC3073-DF0F-4246-9FF6-D144EA0B98FC}">
      <dgm:prSet/>
      <dgm:spPr/>
      <dgm:t>
        <a:bodyPr/>
        <a:lstStyle/>
        <a:p>
          <a:r>
            <a:rPr lang="de-DE"/>
            <a:t>Startseite mit Einführung</a:t>
          </a:r>
          <a:endParaRPr lang="en-US"/>
        </a:p>
      </dgm:t>
    </dgm:pt>
    <dgm:pt modelId="{BA418F66-0DE4-42C9-9A98-7DD2AF757C2B}" type="parTrans" cxnId="{4358D6D9-4F31-47FF-8F52-FDD6163F9CB7}">
      <dgm:prSet/>
      <dgm:spPr/>
      <dgm:t>
        <a:bodyPr/>
        <a:lstStyle/>
        <a:p>
          <a:endParaRPr lang="en-US"/>
        </a:p>
      </dgm:t>
    </dgm:pt>
    <dgm:pt modelId="{48CC28A9-A804-4F1C-9FAE-718B39BCC65A}" type="sibTrans" cxnId="{4358D6D9-4F31-47FF-8F52-FDD6163F9CB7}">
      <dgm:prSet/>
      <dgm:spPr/>
      <dgm:t>
        <a:bodyPr/>
        <a:lstStyle/>
        <a:p>
          <a:endParaRPr lang="en-US"/>
        </a:p>
      </dgm:t>
    </dgm:pt>
    <dgm:pt modelId="{D2BD212A-D903-4F7C-81C3-16941B6FECCC}">
      <dgm:prSet/>
      <dgm:spPr/>
      <dgm:t>
        <a:bodyPr/>
        <a:lstStyle/>
        <a:p>
          <a:r>
            <a:rPr lang="de-DE"/>
            <a:t>Infoseiten mit Studien &amp; Tipps</a:t>
          </a:r>
          <a:endParaRPr lang="en-US"/>
        </a:p>
      </dgm:t>
    </dgm:pt>
    <dgm:pt modelId="{14BFEAE1-3092-49A4-936B-CDC2B198C2F7}" type="parTrans" cxnId="{A5C8F43D-1904-48E8-8E34-9BA7D0E3A859}">
      <dgm:prSet/>
      <dgm:spPr/>
      <dgm:t>
        <a:bodyPr/>
        <a:lstStyle/>
        <a:p>
          <a:endParaRPr lang="en-US"/>
        </a:p>
      </dgm:t>
    </dgm:pt>
    <dgm:pt modelId="{2D3B0F54-1D82-4F78-AD1C-4EB49FA365AE}" type="sibTrans" cxnId="{A5C8F43D-1904-48E8-8E34-9BA7D0E3A859}">
      <dgm:prSet/>
      <dgm:spPr/>
      <dgm:t>
        <a:bodyPr/>
        <a:lstStyle/>
        <a:p>
          <a:endParaRPr lang="en-US"/>
        </a:p>
      </dgm:t>
    </dgm:pt>
    <dgm:pt modelId="{12370272-BEEC-4883-8FFE-146640D22BCF}">
      <dgm:prSet/>
      <dgm:spPr/>
      <dgm:t>
        <a:bodyPr/>
        <a:lstStyle/>
        <a:p>
          <a:r>
            <a:rPr lang="de-DE"/>
            <a:t>Ressourcen mit Links zu Hilfeangeboten</a:t>
          </a:r>
          <a:endParaRPr lang="en-US"/>
        </a:p>
      </dgm:t>
    </dgm:pt>
    <dgm:pt modelId="{78EE3895-EA9A-4A35-BF11-314F38336AFA}" type="parTrans" cxnId="{EF904362-F794-4955-9D13-BE3F3A7E5D0C}">
      <dgm:prSet/>
      <dgm:spPr/>
      <dgm:t>
        <a:bodyPr/>
        <a:lstStyle/>
        <a:p>
          <a:endParaRPr lang="en-US"/>
        </a:p>
      </dgm:t>
    </dgm:pt>
    <dgm:pt modelId="{940DB09B-0D90-4061-8F3C-9CF66EEE0912}" type="sibTrans" cxnId="{EF904362-F794-4955-9D13-BE3F3A7E5D0C}">
      <dgm:prSet/>
      <dgm:spPr/>
      <dgm:t>
        <a:bodyPr/>
        <a:lstStyle/>
        <a:p>
          <a:endParaRPr lang="en-US"/>
        </a:p>
      </dgm:t>
    </dgm:pt>
    <dgm:pt modelId="{44237B21-2388-4B95-99B3-6369EB6A339D}">
      <dgm:prSet/>
      <dgm:spPr/>
      <dgm:t>
        <a:bodyPr/>
        <a:lstStyle/>
        <a:p>
          <a:r>
            <a:rPr lang="de-DE"/>
            <a:t>Über-uns-Bereich mit Projektkontext</a:t>
          </a:r>
          <a:endParaRPr lang="en-US"/>
        </a:p>
      </dgm:t>
    </dgm:pt>
    <dgm:pt modelId="{100F373A-B33F-4A71-B612-AC37011C1859}" type="parTrans" cxnId="{595178D6-831D-42AB-BDE4-073D095B3FCF}">
      <dgm:prSet/>
      <dgm:spPr/>
      <dgm:t>
        <a:bodyPr/>
        <a:lstStyle/>
        <a:p>
          <a:endParaRPr lang="en-US"/>
        </a:p>
      </dgm:t>
    </dgm:pt>
    <dgm:pt modelId="{23F15E57-F057-4BE4-ACD4-F16878255A5F}" type="sibTrans" cxnId="{595178D6-831D-42AB-BDE4-073D095B3FCF}">
      <dgm:prSet/>
      <dgm:spPr/>
      <dgm:t>
        <a:bodyPr/>
        <a:lstStyle/>
        <a:p>
          <a:endParaRPr lang="en-US"/>
        </a:p>
      </dgm:t>
    </dgm:pt>
    <dgm:pt modelId="{CABE365F-D8A8-4DC0-BBD0-7A90F7A45F49}">
      <dgm:prSet/>
      <dgm:spPr/>
      <dgm:t>
        <a:bodyPr/>
        <a:lstStyle/>
        <a:p>
          <a:r>
            <a:rPr lang="de-DE"/>
            <a:t>Dark Mode umschaltbar</a:t>
          </a:r>
          <a:endParaRPr lang="en-US"/>
        </a:p>
      </dgm:t>
    </dgm:pt>
    <dgm:pt modelId="{6E591FD7-137F-4F00-A4A5-06E2F5B2A47D}" type="parTrans" cxnId="{7133C0D6-1E83-43AE-9C76-2762C186BDBC}">
      <dgm:prSet/>
      <dgm:spPr/>
      <dgm:t>
        <a:bodyPr/>
        <a:lstStyle/>
        <a:p>
          <a:endParaRPr lang="en-US"/>
        </a:p>
      </dgm:t>
    </dgm:pt>
    <dgm:pt modelId="{66586537-4E44-463C-B5E7-7033280940D7}" type="sibTrans" cxnId="{7133C0D6-1E83-43AE-9C76-2762C186BDBC}">
      <dgm:prSet/>
      <dgm:spPr/>
      <dgm:t>
        <a:bodyPr/>
        <a:lstStyle/>
        <a:p>
          <a:endParaRPr lang="en-US"/>
        </a:p>
      </dgm:t>
    </dgm:pt>
    <dgm:pt modelId="{0CD39D6B-5304-4B26-89F6-C96FAD2B6604}">
      <dgm:prSet/>
      <dgm:spPr/>
      <dgm:t>
        <a:bodyPr/>
        <a:lstStyle/>
        <a:p>
          <a:r>
            <a:rPr lang="de-DE"/>
            <a:t>Responsives Layout auf Desktop und Mobile</a:t>
          </a:r>
          <a:endParaRPr lang="en-US"/>
        </a:p>
      </dgm:t>
    </dgm:pt>
    <dgm:pt modelId="{2F222333-A062-4695-9C54-6F47190E402B}" type="parTrans" cxnId="{6B5F620E-19E0-42EE-80C9-5256FE7046C6}">
      <dgm:prSet/>
      <dgm:spPr/>
      <dgm:t>
        <a:bodyPr/>
        <a:lstStyle/>
        <a:p>
          <a:endParaRPr lang="en-US"/>
        </a:p>
      </dgm:t>
    </dgm:pt>
    <dgm:pt modelId="{DEC3F32E-538B-4DF2-B12E-6094A5DE5FD2}" type="sibTrans" cxnId="{6B5F620E-19E0-42EE-80C9-5256FE7046C6}">
      <dgm:prSet/>
      <dgm:spPr/>
      <dgm:t>
        <a:bodyPr/>
        <a:lstStyle/>
        <a:p>
          <a:endParaRPr lang="en-US"/>
        </a:p>
      </dgm:t>
    </dgm:pt>
    <dgm:pt modelId="{A89B91AF-6E7A-47A3-8F33-2C3FD1D524A3}" type="pres">
      <dgm:prSet presAssocID="{36B8DEEA-7E07-4AA0-8F86-78EBA534FB7D}" presName="vert0" presStyleCnt="0">
        <dgm:presLayoutVars>
          <dgm:dir/>
          <dgm:animOne val="branch"/>
          <dgm:animLvl val="lvl"/>
        </dgm:presLayoutVars>
      </dgm:prSet>
      <dgm:spPr/>
    </dgm:pt>
    <dgm:pt modelId="{FE8DDC78-A571-4A17-A9A4-D89714DE72B4}" type="pres">
      <dgm:prSet presAssocID="{0CAC3073-DF0F-4246-9FF6-D144EA0B98FC}" presName="thickLine" presStyleLbl="alignNode1" presStyleIdx="0" presStyleCnt="6"/>
      <dgm:spPr/>
    </dgm:pt>
    <dgm:pt modelId="{CDC706E1-29C2-4F95-8420-C27B7BC4519E}" type="pres">
      <dgm:prSet presAssocID="{0CAC3073-DF0F-4246-9FF6-D144EA0B98FC}" presName="horz1" presStyleCnt="0"/>
      <dgm:spPr/>
    </dgm:pt>
    <dgm:pt modelId="{3AAFE72F-19AB-4106-93BA-61A26E336E32}" type="pres">
      <dgm:prSet presAssocID="{0CAC3073-DF0F-4246-9FF6-D144EA0B98FC}" presName="tx1" presStyleLbl="revTx" presStyleIdx="0" presStyleCnt="6"/>
      <dgm:spPr/>
    </dgm:pt>
    <dgm:pt modelId="{ECB56DA6-10B3-4ADE-9AD4-1B7442214E8A}" type="pres">
      <dgm:prSet presAssocID="{0CAC3073-DF0F-4246-9FF6-D144EA0B98FC}" presName="vert1" presStyleCnt="0"/>
      <dgm:spPr/>
    </dgm:pt>
    <dgm:pt modelId="{BCA98296-66E2-4491-9F0D-1F454D7BBDAF}" type="pres">
      <dgm:prSet presAssocID="{D2BD212A-D903-4F7C-81C3-16941B6FECCC}" presName="thickLine" presStyleLbl="alignNode1" presStyleIdx="1" presStyleCnt="6"/>
      <dgm:spPr/>
    </dgm:pt>
    <dgm:pt modelId="{87FE4820-2581-4228-B1BD-22A8F0E9A8BE}" type="pres">
      <dgm:prSet presAssocID="{D2BD212A-D903-4F7C-81C3-16941B6FECCC}" presName="horz1" presStyleCnt="0"/>
      <dgm:spPr/>
    </dgm:pt>
    <dgm:pt modelId="{1A02AE72-9FE2-4CAA-AB85-84303188D66C}" type="pres">
      <dgm:prSet presAssocID="{D2BD212A-D903-4F7C-81C3-16941B6FECCC}" presName="tx1" presStyleLbl="revTx" presStyleIdx="1" presStyleCnt="6"/>
      <dgm:spPr/>
    </dgm:pt>
    <dgm:pt modelId="{43827442-663B-4F59-90F7-C95E8229ABE5}" type="pres">
      <dgm:prSet presAssocID="{D2BD212A-D903-4F7C-81C3-16941B6FECCC}" presName="vert1" presStyleCnt="0"/>
      <dgm:spPr/>
    </dgm:pt>
    <dgm:pt modelId="{AC4357CC-FE85-4348-A430-0D58FC768385}" type="pres">
      <dgm:prSet presAssocID="{12370272-BEEC-4883-8FFE-146640D22BCF}" presName="thickLine" presStyleLbl="alignNode1" presStyleIdx="2" presStyleCnt="6"/>
      <dgm:spPr/>
    </dgm:pt>
    <dgm:pt modelId="{ABADE8F6-47F8-436D-9899-D8C4E35238E5}" type="pres">
      <dgm:prSet presAssocID="{12370272-BEEC-4883-8FFE-146640D22BCF}" presName="horz1" presStyleCnt="0"/>
      <dgm:spPr/>
    </dgm:pt>
    <dgm:pt modelId="{B634EAD9-697E-4C11-B747-3E28A9E88265}" type="pres">
      <dgm:prSet presAssocID="{12370272-BEEC-4883-8FFE-146640D22BCF}" presName="tx1" presStyleLbl="revTx" presStyleIdx="2" presStyleCnt="6"/>
      <dgm:spPr/>
    </dgm:pt>
    <dgm:pt modelId="{746E9931-D0DA-4A07-9C8D-0ED94AAEA81B}" type="pres">
      <dgm:prSet presAssocID="{12370272-BEEC-4883-8FFE-146640D22BCF}" presName="vert1" presStyleCnt="0"/>
      <dgm:spPr/>
    </dgm:pt>
    <dgm:pt modelId="{90B5879E-63F3-4175-9869-41AB1119EC07}" type="pres">
      <dgm:prSet presAssocID="{44237B21-2388-4B95-99B3-6369EB6A339D}" presName="thickLine" presStyleLbl="alignNode1" presStyleIdx="3" presStyleCnt="6"/>
      <dgm:spPr/>
    </dgm:pt>
    <dgm:pt modelId="{218C38FD-E80B-4B72-A076-F48874080410}" type="pres">
      <dgm:prSet presAssocID="{44237B21-2388-4B95-99B3-6369EB6A339D}" presName="horz1" presStyleCnt="0"/>
      <dgm:spPr/>
    </dgm:pt>
    <dgm:pt modelId="{1B7C81FE-B8C4-4C83-B670-CF66FB8065FB}" type="pres">
      <dgm:prSet presAssocID="{44237B21-2388-4B95-99B3-6369EB6A339D}" presName="tx1" presStyleLbl="revTx" presStyleIdx="3" presStyleCnt="6"/>
      <dgm:spPr/>
    </dgm:pt>
    <dgm:pt modelId="{37DBF570-91F8-46B1-A637-1A42D6C597FD}" type="pres">
      <dgm:prSet presAssocID="{44237B21-2388-4B95-99B3-6369EB6A339D}" presName="vert1" presStyleCnt="0"/>
      <dgm:spPr/>
    </dgm:pt>
    <dgm:pt modelId="{6061C9CE-F717-404E-B110-FE3E21E49FE6}" type="pres">
      <dgm:prSet presAssocID="{CABE365F-D8A8-4DC0-BBD0-7A90F7A45F49}" presName="thickLine" presStyleLbl="alignNode1" presStyleIdx="4" presStyleCnt="6"/>
      <dgm:spPr/>
    </dgm:pt>
    <dgm:pt modelId="{93AFA616-3207-4171-B4A0-CA78171608D6}" type="pres">
      <dgm:prSet presAssocID="{CABE365F-D8A8-4DC0-BBD0-7A90F7A45F49}" presName="horz1" presStyleCnt="0"/>
      <dgm:spPr/>
    </dgm:pt>
    <dgm:pt modelId="{8F83BF24-DFD8-4362-8263-8F2743ECFEC4}" type="pres">
      <dgm:prSet presAssocID="{CABE365F-D8A8-4DC0-BBD0-7A90F7A45F49}" presName="tx1" presStyleLbl="revTx" presStyleIdx="4" presStyleCnt="6"/>
      <dgm:spPr/>
    </dgm:pt>
    <dgm:pt modelId="{B227B900-DE1E-47C4-9740-7904EE5FDFEB}" type="pres">
      <dgm:prSet presAssocID="{CABE365F-D8A8-4DC0-BBD0-7A90F7A45F49}" presName="vert1" presStyleCnt="0"/>
      <dgm:spPr/>
    </dgm:pt>
    <dgm:pt modelId="{AC3443FB-A161-4F89-9177-79E656157F0F}" type="pres">
      <dgm:prSet presAssocID="{0CD39D6B-5304-4B26-89F6-C96FAD2B6604}" presName="thickLine" presStyleLbl="alignNode1" presStyleIdx="5" presStyleCnt="6"/>
      <dgm:spPr/>
    </dgm:pt>
    <dgm:pt modelId="{C7A079F2-8710-4E58-9926-D19908D22A78}" type="pres">
      <dgm:prSet presAssocID="{0CD39D6B-5304-4B26-89F6-C96FAD2B6604}" presName="horz1" presStyleCnt="0"/>
      <dgm:spPr/>
    </dgm:pt>
    <dgm:pt modelId="{B2D5E394-4968-4125-9718-9B9EE1A434ED}" type="pres">
      <dgm:prSet presAssocID="{0CD39D6B-5304-4B26-89F6-C96FAD2B6604}" presName="tx1" presStyleLbl="revTx" presStyleIdx="5" presStyleCnt="6"/>
      <dgm:spPr/>
    </dgm:pt>
    <dgm:pt modelId="{38427504-8951-4DFD-BF40-10C3AD5AFD26}" type="pres">
      <dgm:prSet presAssocID="{0CD39D6B-5304-4B26-89F6-C96FAD2B6604}" presName="vert1" presStyleCnt="0"/>
      <dgm:spPr/>
    </dgm:pt>
  </dgm:ptLst>
  <dgm:cxnLst>
    <dgm:cxn modelId="{6B5F620E-19E0-42EE-80C9-5256FE7046C6}" srcId="{36B8DEEA-7E07-4AA0-8F86-78EBA534FB7D}" destId="{0CD39D6B-5304-4B26-89F6-C96FAD2B6604}" srcOrd="5" destOrd="0" parTransId="{2F222333-A062-4695-9C54-6F47190E402B}" sibTransId="{DEC3F32E-538B-4DF2-B12E-6094A5DE5FD2}"/>
    <dgm:cxn modelId="{620A5017-F3EB-400C-9A3D-AF9ECC7CE32B}" type="presOf" srcId="{CABE365F-D8A8-4DC0-BBD0-7A90F7A45F49}" destId="{8F83BF24-DFD8-4362-8263-8F2743ECFEC4}" srcOrd="0" destOrd="0" presId="urn:microsoft.com/office/officeart/2008/layout/LinedList"/>
    <dgm:cxn modelId="{15DAE226-46D2-4448-8B15-74DEEB6A0076}" type="presOf" srcId="{12370272-BEEC-4883-8FFE-146640D22BCF}" destId="{B634EAD9-697E-4C11-B747-3E28A9E88265}" srcOrd="0" destOrd="0" presId="urn:microsoft.com/office/officeart/2008/layout/LinedList"/>
    <dgm:cxn modelId="{1CB0662C-E045-40D4-A5A8-A64B78333C71}" type="presOf" srcId="{44237B21-2388-4B95-99B3-6369EB6A339D}" destId="{1B7C81FE-B8C4-4C83-B670-CF66FB8065FB}" srcOrd="0" destOrd="0" presId="urn:microsoft.com/office/officeart/2008/layout/LinedList"/>
    <dgm:cxn modelId="{A5C8F43D-1904-48E8-8E34-9BA7D0E3A859}" srcId="{36B8DEEA-7E07-4AA0-8F86-78EBA534FB7D}" destId="{D2BD212A-D903-4F7C-81C3-16941B6FECCC}" srcOrd="1" destOrd="0" parTransId="{14BFEAE1-3092-49A4-936B-CDC2B198C2F7}" sibTransId="{2D3B0F54-1D82-4F78-AD1C-4EB49FA365AE}"/>
    <dgm:cxn modelId="{E57B6740-A3CB-4F92-87CA-1093FAA0F382}" type="presOf" srcId="{0CAC3073-DF0F-4246-9FF6-D144EA0B98FC}" destId="{3AAFE72F-19AB-4106-93BA-61A26E336E32}" srcOrd="0" destOrd="0" presId="urn:microsoft.com/office/officeart/2008/layout/LinedList"/>
    <dgm:cxn modelId="{EF904362-F794-4955-9D13-BE3F3A7E5D0C}" srcId="{36B8DEEA-7E07-4AA0-8F86-78EBA534FB7D}" destId="{12370272-BEEC-4883-8FFE-146640D22BCF}" srcOrd="2" destOrd="0" parTransId="{78EE3895-EA9A-4A35-BF11-314F38336AFA}" sibTransId="{940DB09B-0D90-4061-8F3C-9CF66EEE0912}"/>
    <dgm:cxn modelId="{3CE15248-5CD8-4539-AFED-46FA615BF43E}" type="presOf" srcId="{D2BD212A-D903-4F7C-81C3-16941B6FECCC}" destId="{1A02AE72-9FE2-4CAA-AB85-84303188D66C}" srcOrd="0" destOrd="0" presId="urn:microsoft.com/office/officeart/2008/layout/LinedList"/>
    <dgm:cxn modelId="{CD17C4B8-B86E-4CBA-B49E-FD63DC1F7EB1}" type="presOf" srcId="{36B8DEEA-7E07-4AA0-8F86-78EBA534FB7D}" destId="{A89B91AF-6E7A-47A3-8F33-2C3FD1D524A3}" srcOrd="0" destOrd="0" presId="urn:microsoft.com/office/officeart/2008/layout/LinedList"/>
    <dgm:cxn modelId="{8515B2D1-695B-4F27-BD14-EE671E0E3DAA}" type="presOf" srcId="{0CD39D6B-5304-4B26-89F6-C96FAD2B6604}" destId="{B2D5E394-4968-4125-9718-9B9EE1A434ED}" srcOrd="0" destOrd="0" presId="urn:microsoft.com/office/officeart/2008/layout/LinedList"/>
    <dgm:cxn modelId="{595178D6-831D-42AB-BDE4-073D095B3FCF}" srcId="{36B8DEEA-7E07-4AA0-8F86-78EBA534FB7D}" destId="{44237B21-2388-4B95-99B3-6369EB6A339D}" srcOrd="3" destOrd="0" parTransId="{100F373A-B33F-4A71-B612-AC37011C1859}" sibTransId="{23F15E57-F057-4BE4-ACD4-F16878255A5F}"/>
    <dgm:cxn modelId="{7133C0D6-1E83-43AE-9C76-2762C186BDBC}" srcId="{36B8DEEA-7E07-4AA0-8F86-78EBA534FB7D}" destId="{CABE365F-D8A8-4DC0-BBD0-7A90F7A45F49}" srcOrd="4" destOrd="0" parTransId="{6E591FD7-137F-4F00-A4A5-06E2F5B2A47D}" sibTransId="{66586537-4E44-463C-B5E7-7033280940D7}"/>
    <dgm:cxn modelId="{4358D6D9-4F31-47FF-8F52-FDD6163F9CB7}" srcId="{36B8DEEA-7E07-4AA0-8F86-78EBA534FB7D}" destId="{0CAC3073-DF0F-4246-9FF6-D144EA0B98FC}" srcOrd="0" destOrd="0" parTransId="{BA418F66-0DE4-42C9-9A98-7DD2AF757C2B}" sibTransId="{48CC28A9-A804-4F1C-9FAE-718B39BCC65A}"/>
    <dgm:cxn modelId="{7DFD961C-D74A-49B1-9B07-19FB7722DC4F}" type="presParOf" srcId="{A89B91AF-6E7A-47A3-8F33-2C3FD1D524A3}" destId="{FE8DDC78-A571-4A17-A9A4-D89714DE72B4}" srcOrd="0" destOrd="0" presId="urn:microsoft.com/office/officeart/2008/layout/LinedList"/>
    <dgm:cxn modelId="{63A14433-9AB0-4C86-8407-E686A09A13C5}" type="presParOf" srcId="{A89B91AF-6E7A-47A3-8F33-2C3FD1D524A3}" destId="{CDC706E1-29C2-4F95-8420-C27B7BC4519E}" srcOrd="1" destOrd="0" presId="urn:microsoft.com/office/officeart/2008/layout/LinedList"/>
    <dgm:cxn modelId="{CA5D7EB0-FA91-4346-9C4A-84F0A4E9BCF1}" type="presParOf" srcId="{CDC706E1-29C2-4F95-8420-C27B7BC4519E}" destId="{3AAFE72F-19AB-4106-93BA-61A26E336E32}" srcOrd="0" destOrd="0" presId="urn:microsoft.com/office/officeart/2008/layout/LinedList"/>
    <dgm:cxn modelId="{97514BDB-A5D8-4A79-9A4C-F6C74130E03A}" type="presParOf" srcId="{CDC706E1-29C2-4F95-8420-C27B7BC4519E}" destId="{ECB56DA6-10B3-4ADE-9AD4-1B7442214E8A}" srcOrd="1" destOrd="0" presId="urn:microsoft.com/office/officeart/2008/layout/LinedList"/>
    <dgm:cxn modelId="{57571595-D6E4-48CA-8E4F-E2C3EE98F031}" type="presParOf" srcId="{A89B91AF-6E7A-47A3-8F33-2C3FD1D524A3}" destId="{BCA98296-66E2-4491-9F0D-1F454D7BBDAF}" srcOrd="2" destOrd="0" presId="urn:microsoft.com/office/officeart/2008/layout/LinedList"/>
    <dgm:cxn modelId="{2B0D9738-04BC-4EF2-BA87-232603972399}" type="presParOf" srcId="{A89B91AF-6E7A-47A3-8F33-2C3FD1D524A3}" destId="{87FE4820-2581-4228-B1BD-22A8F0E9A8BE}" srcOrd="3" destOrd="0" presId="urn:microsoft.com/office/officeart/2008/layout/LinedList"/>
    <dgm:cxn modelId="{FFB8C4FD-4CC7-4355-9A85-7D68505E129D}" type="presParOf" srcId="{87FE4820-2581-4228-B1BD-22A8F0E9A8BE}" destId="{1A02AE72-9FE2-4CAA-AB85-84303188D66C}" srcOrd="0" destOrd="0" presId="urn:microsoft.com/office/officeart/2008/layout/LinedList"/>
    <dgm:cxn modelId="{80A1D3C2-00A5-43AD-82B7-4C3F26DBC413}" type="presParOf" srcId="{87FE4820-2581-4228-B1BD-22A8F0E9A8BE}" destId="{43827442-663B-4F59-90F7-C95E8229ABE5}" srcOrd="1" destOrd="0" presId="urn:microsoft.com/office/officeart/2008/layout/LinedList"/>
    <dgm:cxn modelId="{4A4DB918-9B2A-4B85-A622-06EFA0F14C84}" type="presParOf" srcId="{A89B91AF-6E7A-47A3-8F33-2C3FD1D524A3}" destId="{AC4357CC-FE85-4348-A430-0D58FC768385}" srcOrd="4" destOrd="0" presId="urn:microsoft.com/office/officeart/2008/layout/LinedList"/>
    <dgm:cxn modelId="{4C4893F5-A233-4DAF-B221-AA96692A0BB0}" type="presParOf" srcId="{A89B91AF-6E7A-47A3-8F33-2C3FD1D524A3}" destId="{ABADE8F6-47F8-436D-9899-D8C4E35238E5}" srcOrd="5" destOrd="0" presId="urn:microsoft.com/office/officeart/2008/layout/LinedList"/>
    <dgm:cxn modelId="{31238430-51BA-48A7-AD05-E0654B36E31D}" type="presParOf" srcId="{ABADE8F6-47F8-436D-9899-D8C4E35238E5}" destId="{B634EAD9-697E-4C11-B747-3E28A9E88265}" srcOrd="0" destOrd="0" presId="urn:microsoft.com/office/officeart/2008/layout/LinedList"/>
    <dgm:cxn modelId="{52E91688-434E-4F6D-8959-2335B65AE56C}" type="presParOf" srcId="{ABADE8F6-47F8-436D-9899-D8C4E35238E5}" destId="{746E9931-D0DA-4A07-9C8D-0ED94AAEA81B}" srcOrd="1" destOrd="0" presId="urn:microsoft.com/office/officeart/2008/layout/LinedList"/>
    <dgm:cxn modelId="{7BED335F-8639-4773-9711-B332DADDE86C}" type="presParOf" srcId="{A89B91AF-6E7A-47A3-8F33-2C3FD1D524A3}" destId="{90B5879E-63F3-4175-9869-41AB1119EC07}" srcOrd="6" destOrd="0" presId="urn:microsoft.com/office/officeart/2008/layout/LinedList"/>
    <dgm:cxn modelId="{7381F6AD-B1B2-44B2-81D7-C5AED50AC10F}" type="presParOf" srcId="{A89B91AF-6E7A-47A3-8F33-2C3FD1D524A3}" destId="{218C38FD-E80B-4B72-A076-F48874080410}" srcOrd="7" destOrd="0" presId="urn:microsoft.com/office/officeart/2008/layout/LinedList"/>
    <dgm:cxn modelId="{EB82BF7F-8C81-435A-B037-C405E67877B8}" type="presParOf" srcId="{218C38FD-E80B-4B72-A076-F48874080410}" destId="{1B7C81FE-B8C4-4C83-B670-CF66FB8065FB}" srcOrd="0" destOrd="0" presId="urn:microsoft.com/office/officeart/2008/layout/LinedList"/>
    <dgm:cxn modelId="{16054F44-2A7D-40D0-9323-D1C14CD6790F}" type="presParOf" srcId="{218C38FD-E80B-4B72-A076-F48874080410}" destId="{37DBF570-91F8-46B1-A637-1A42D6C597FD}" srcOrd="1" destOrd="0" presId="urn:microsoft.com/office/officeart/2008/layout/LinedList"/>
    <dgm:cxn modelId="{5DA669BA-16A9-424B-B55F-2EFBBC5D37EA}" type="presParOf" srcId="{A89B91AF-6E7A-47A3-8F33-2C3FD1D524A3}" destId="{6061C9CE-F717-404E-B110-FE3E21E49FE6}" srcOrd="8" destOrd="0" presId="urn:microsoft.com/office/officeart/2008/layout/LinedList"/>
    <dgm:cxn modelId="{767EE9C0-AA68-483B-884E-472274AE0C8B}" type="presParOf" srcId="{A89B91AF-6E7A-47A3-8F33-2C3FD1D524A3}" destId="{93AFA616-3207-4171-B4A0-CA78171608D6}" srcOrd="9" destOrd="0" presId="urn:microsoft.com/office/officeart/2008/layout/LinedList"/>
    <dgm:cxn modelId="{2FF2494D-DEC5-4A3E-BEFB-A2D60F59B878}" type="presParOf" srcId="{93AFA616-3207-4171-B4A0-CA78171608D6}" destId="{8F83BF24-DFD8-4362-8263-8F2743ECFEC4}" srcOrd="0" destOrd="0" presId="urn:microsoft.com/office/officeart/2008/layout/LinedList"/>
    <dgm:cxn modelId="{D41E4861-19E4-4432-8DD0-CAEEE6682A9F}" type="presParOf" srcId="{93AFA616-3207-4171-B4A0-CA78171608D6}" destId="{B227B900-DE1E-47C4-9740-7904EE5FDFEB}" srcOrd="1" destOrd="0" presId="urn:microsoft.com/office/officeart/2008/layout/LinedList"/>
    <dgm:cxn modelId="{CEEC5F99-9113-4ABF-8905-26749E9BE395}" type="presParOf" srcId="{A89B91AF-6E7A-47A3-8F33-2C3FD1D524A3}" destId="{AC3443FB-A161-4F89-9177-79E656157F0F}" srcOrd="10" destOrd="0" presId="urn:microsoft.com/office/officeart/2008/layout/LinedList"/>
    <dgm:cxn modelId="{EAB8D371-9B1E-4AF3-B9AB-3B96B3CD2F55}" type="presParOf" srcId="{A89B91AF-6E7A-47A3-8F33-2C3FD1D524A3}" destId="{C7A079F2-8710-4E58-9926-D19908D22A78}" srcOrd="11" destOrd="0" presId="urn:microsoft.com/office/officeart/2008/layout/LinedList"/>
    <dgm:cxn modelId="{0AB37D80-CD78-4F19-B11A-6E2857517249}" type="presParOf" srcId="{C7A079F2-8710-4E58-9926-D19908D22A78}" destId="{B2D5E394-4968-4125-9718-9B9EE1A434ED}" srcOrd="0" destOrd="0" presId="urn:microsoft.com/office/officeart/2008/layout/LinedList"/>
    <dgm:cxn modelId="{E880418B-CDE2-475C-A698-B4797F56347F}" type="presParOf" srcId="{C7A079F2-8710-4E58-9926-D19908D22A78}" destId="{38427504-8951-4DFD-BF40-10C3AD5AFD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3D63C0-993F-48F3-8900-C1CDEE9465AF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CBD692-60DC-4D4B-AD7B-11CDC463C981}">
      <dgm:prSet/>
      <dgm:spPr/>
      <dgm:t>
        <a:bodyPr/>
        <a:lstStyle/>
        <a:p>
          <a:r>
            <a:rPr lang="de-DE" dirty="0"/>
            <a:t>Gruppe: 4 Personen</a:t>
          </a:r>
          <a:endParaRPr lang="en-US" dirty="0"/>
        </a:p>
      </dgm:t>
    </dgm:pt>
    <dgm:pt modelId="{2FF3E0A0-DCC8-43F1-8ACE-9DBBC2D358D1}" type="parTrans" cxnId="{FB772ED7-E952-4A94-AE92-34B8BDA76BAB}">
      <dgm:prSet/>
      <dgm:spPr/>
      <dgm:t>
        <a:bodyPr/>
        <a:lstStyle/>
        <a:p>
          <a:endParaRPr lang="en-US"/>
        </a:p>
      </dgm:t>
    </dgm:pt>
    <dgm:pt modelId="{33B6F5BE-CD35-4146-9328-2ECCF03CD4A8}" type="sibTrans" cxnId="{FB772ED7-E952-4A94-AE92-34B8BDA76BAB}">
      <dgm:prSet/>
      <dgm:spPr/>
      <dgm:t>
        <a:bodyPr/>
        <a:lstStyle/>
        <a:p>
          <a:endParaRPr lang="en-US"/>
        </a:p>
      </dgm:t>
    </dgm:pt>
    <dgm:pt modelId="{6CDA1ECC-9CF9-4511-9103-058301DA9DC8}">
      <dgm:prSet/>
      <dgm:spPr/>
      <dgm:t>
        <a:bodyPr/>
        <a:lstStyle/>
        <a:p>
          <a:r>
            <a:rPr lang="de-DE"/>
            <a:t>Aufgabenverteilung:</a:t>
          </a:r>
          <a:endParaRPr lang="en-US"/>
        </a:p>
      </dgm:t>
    </dgm:pt>
    <dgm:pt modelId="{0CCC512E-5882-497C-8AE2-7BE27AA9F66C}" type="parTrans" cxnId="{79EE6E76-5A86-40C2-92EB-93B105070C0D}">
      <dgm:prSet/>
      <dgm:spPr/>
      <dgm:t>
        <a:bodyPr/>
        <a:lstStyle/>
        <a:p>
          <a:endParaRPr lang="en-US"/>
        </a:p>
      </dgm:t>
    </dgm:pt>
    <dgm:pt modelId="{B2A2311D-474C-4523-9146-CA6593ED99AE}" type="sibTrans" cxnId="{79EE6E76-5A86-40C2-92EB-93B105070C0D}">
      <dgm:prSet/>
      <dgm:spPr/>
      <dgm:t>
        <a:bodyPr/>
        <a:lstStyle/>
        <a:p>
          <a:endParaRPr lang="en-US"/>
        </a:p>
      </dgm:t>
    </dgm:pt>
    <dgm:pt modelId="{EC992C99-3BBA-41C1-A95F-AC0E29D73C6B}">
      <dgm:prSet/>
      <dgm:spPr/>
      <dgm:t>
        <a:bodyPr/>
        <a:lstStyle/>
        <a:p>
          <a:r>
            <a:rPr lang="de-DE"/>
            <a:t>– Design &amp; Farben</a:t>
          </a:r>
          <a:endParaRPr lang="en-US"/>
        </a:p>
      </dgm:t>
    </dgm:pt>
    <dgm:pt modelId="{DF2C7AFF-7FFC-4DE0-8E27-84C0B61FA13A}" type="parTrans" cxnId="{DC0763C0-0108-48EF-A546-101C140D7C89}">
      <dgm:prSet/>
      <dgm:spPr/>
      <dgm:t>
        <a:bodyPr/>
        <a:lstStyle/>
        <a:p>
          <a:endParaRPr lang="en-US"/>
        </a:p>
      </dgm:t>
    </dgm:pt>
    <dgm:pt modelId="{40598AB1-F687-4E56-B00D-CFA4826D72C3}" type="sibTrans" cxnId="{DC0763C0-0108-48EF-A546-101C140D7C89}">
      <dgm:prSet/>
      <dgm:spPr/>
      <dgm:t>
        <a:bodyPr/>
        <a:lstStyle/>
        <a:p>
          <a:endParaRPr lang="en-US"/>
        </a:p>
      </dgm:t>
    </dgm:pt>
    <dgm:pt modelId="{E65A8892-B3B1-461B-B089-30F055639510}">
      <dgm:prSet/>
      <dgm:spPr/>
      <dgm:t>
        <a:bodyPr/>
        <a:lstStyle/>
        <a:p>
          <a:r>
            <a:rPr lang="de-DE"/>
            <a:t>– HTML-Struktur</a:t>
          </a:r>
          <a:endParaRPr lang="en-US"/>
        </a:p>
      </dgm:t>
    </dgm:pt>
    <dgm:pt modelId="{77FC31D4-B968-46F5-BF5A-482BF064FDC7}" type="parTrans" cxnId="{85F0CDA7-BD6B-4873-A0C0-F5B31157A44F}">
      <dgm:prSet/>
      <dgm:spPr/>
      <dgm:t>
        <a:bodyPr/>
        <a:lstStyle/>
        <a:p>
          <a:endParaRPr lang="en-US"/>
        </a:p>
      </dgm:t>
    </dgm:pt>
    <dgm:pt modelId="{FD5ADBB3-CCA6-4D7A-80D9-8CED94628B23}" type="sibTrans" cxnId="{85F0CDA7-BD6B-4873-A0C0-F5B31157A44F}">
      <dgm:prSet/>
      <dgm:spPr/>
      <dgm:t>
        <a:bodyPr/>
        <a:lstStyle/>
        <a:p>
          <a:endParaRPr lang="en-US"/>
        </a:p>
      </dgm:t>
    </dgm:pt>
    <dgm:pt modelId="{665F671D-583A-44BA-B323-B204756ECB17}">
      <dgm:prSet/>
      <dgm:spPr/>
      <dgm:t>
        <a:bodyPr/>
        <a:lstStyle/>
        <a:p>
          <a:r>
            <a:rPr lang="de-DE"/>
            <a:t>– CSS-Umsetzung &amp; Dark Mode</a:t>
          </a:r>
          <a:endParaRPr lang="en-US"/>
        </a:p>
      </dgm:t>
    </dgm:pt>
    <dgm:pt modelId="{CE2CA340-06CB-4D73-BEC8-4F7E74289235}" type="parTrans" cxnId="{0F10CBE8-91A7-46AE-BB4B-5D2529037D8D}">
      <dgm:prSet/>
      <dgm:spPr/>
      <dgm:t>
        <a:bodyPr/>
        <a:lstStyle/>
        <a:p>
          <a:endParaRPr lang="en-US"/>
        </a:p>
      </dgm:t>
    </dgm:pt>
    <dgm:pt modelId="{409CCCC8-D3EE-45C9-B8D4-A7D9B61213AA}" type="sibTrans" cxnId="{0F10CBE8-91A7-46AE-BB4B-5D2529037D8D}">
      <dgm:prSet/>
      <dgm:spPr/>
      <dgm:t>
        <a:bodyPr/>
        <a:lstStyle/>
        <a:p>
          <a:endParaRPr lang="en-US"/>
        </a:p>
      </dgm:t>
    </dgm:pt>
    <dgm:pt modelId="{81437519-943A-4469-B196-0F5D1A32EA1E}">
      <dgm:prSet/>
      <dgm:spPr/>
      <dgm:t>
        <a:bodyPr/>
        <a:lstStyle/>
        <a:p>
          <a:r>
            <a:rPr lang="de-DE"/>
            <a:t>– Präsentation &amp; Inhalte</a:t>
          </a:r>
          <a:endParaRPr lang="en-US"/>
        </a:p>
      </dgm:t>
    </dgm:pt>
    <dgm:pt modelId="{43EB39E0-B40C-4446-8D0D-B7FA0872E9F6}" type="parTrans" cxnId="{D47418BE-2B9C-4424-90D4-5D5590833ABB}">
      <dgm:prSet/>
      <dgm:spPr/>
      <dgm:t>
        <a:bodyPr/>
        <a:lstStyle/>
        <a:p>
          <a:endParaRPr lang="en-US"/>
        </a:p>
      </dgm:t>
    </dgm:pt>
    <dgm:pt modelId="{E5FA9638-DDE9-4D36-8F65-53249BA410ED}" type="sibTrans" cxnId="{D47418BE-2B9C-4424-90D4-5D5590833ABB}">
      <dgm:prSet/>
      <dgm:spPr/>
      <dgm:t>
        <a:bodyPr/>
        <a:lstStyle/>
        <a:p>
          <a:endParaRPr lang="en-US"/>
        </a:p>
      </dgm:t>
    </dgm:pt>
    <dgm:pt modelId="{67086C2A-1D8A-421A-927A-E920290B3601}">
      <dgm:prSet/>
      <dgm:spPr/>
      <dgm:t>
        <a:bodyPr/>
        <a:lstStyle/>
        <a:p>
          <a:r>
            <a:rPr lang="de-DE"/>
            <a:t>Gemeinsame Abstimmung über GitHub</a:t>
          </a:r>
          <a:endParaRPr lang="en-US"/>
        </a:p>
      </dgm:t>
    </dgm:pt>
    <dgm:pt modelId="{F646C588-523F-4945-B7DF-368237728137}" type="parTrans" cxnId="{34845ABE-6DF8-48C1-BC1F-9F6AC3CA6331}">
      <dgm:prSet/>
      <dgm:spPr/>
      <dgm:t>
        <a:bodyPr/>
        <a:lstStyle/>
        <a:p>
          <a:endParaRPr lang="en-US"/>
        </a:p>
      </dgm:t>
    </dgm:pt>
    <dgm:pt modelId="{9EC8CC24-7B08-400C-984B-389DB5C633D0}" type="sibTrans" cxnId="{34845ABE-6DF8-48C1-BC1F-9F6AC3CA6331}">
      <dgm:prSet/>
      <dgm:spPr/>
      <dgm:t>
        <a:bodyPr/>
        <a:lstStyle/>
        <a:p>
          <a:endParaRPr lang="en-US"/>
        </a:p>
      </dgm:t>
    </dgm:pt>
    <dgm:pt modelId="{FF2FE91C-AC46-4E94-B606-F60298992048}" type="pres">
      <dgm:prSet presAssocID="{DA3D63C0-993F-48F3-8900-C1CDEE9465AF}" presName="vert0" presStyleCnt="0">
        <dgm:presLayoutVars>
          <dgm:dir/>
          <dgm:animOne val="branch"/>
          <dgm:animLvl val="lvl"/>
        </dgm:presLayoutVars>
      </dgm:prSet>
      <dgm:spPr/>
    </dgm:pt>
    <dgm:pt modelId="{1FB722A3-476F-449A-B912-E1B900F44A53}" type="pres">
      <dgm:prSet presAssocID="{5ACBD692-60DC-4D4B-AD7B-11CDC463C981}" presName="thickLine" presStyleLbl="alignNode1" presStyleIdx="0" presStyleCnt="7"/>
      <dgm:spPr/>
    </dgm:pt>
    <dgm:pt modelId="{78C79B40-860F-4D93-82D4-505DFCDBC966}" type="pres">
      <dgm:prSet presAssocID="{5ACBD692-60DC-4D4B-AD7B-11CDC463C981}" presName="horz1" presStyleCnt="0"/>
      <dgm:spPr/>
    </dgm:pt>
    <dgm:pt modelId="{EB98BC73-B020-47B5-A3CF-7BF6909021BF}" type="pres">
      <dgm:prSet presAssocID="{5ACBD692-60DC-4D4B-AD7B-11CDC463C981}" presName="tx1" presStyleLbl="revTx" presStyleIdx="0" presStyleCnt="7"/>
      <dgm:spPr/>
    </dgm:pt>
    <dgm:pt modelId="{A8B3ED22-3405-470E-8C63-ED5341FD68C6}" type="pres">
      <dgm:prSet presAssocID="{5ACBD692-60DC-4D4B-AD7B-11CDC463C981}" presName="vert1" presStyleCnt="0"/>
      <dgm:spPr/>
    </dgm:pt>
    <dgm:pt modelId="{84A186F0-D819-4012-A8A7-A95DFA63237B}" type="pres">
      <dgm:prSet presAssocID="{6CDA1ECC-9CF9-4511-9103-058301DA9DC8}" presName="thickLine" presStyleLbl="alignNode1" presStyleIdx="1" presStyleCnt="7"/>
      <dgm:spPr/>
    </dgm:pt>
    <dgm:pt modelId="{F715DC7A-0140-4CE7-89EC-99502461A7A5}" type="pres">
      <dgm:prSet presAssocID="{6CDA1ECC-9CF9-4511-9103-058301DA9DC8}" presName="horz1" presStyleCnt="0"/>
      <dgm:spPr/>
    </dgm:pt>
    <dgm:pt modelId="{E185F3AB-5E94-4141-BD49-3609DBAFDD08}" type="pres">
      <dgm:prSet presAssocID="{6CDA1ECC-9CF9-4511-9103-058301DA9DC8}" presName="tx1" presStyleLbl="revTx" presStyleIdx="1" presStyleCnt="7"/>
      <dgm:spPr/>
    </dgm:pt>
    <dgm:pt modelId="{871C36E7-40E5-4391-9489-4E62FB371CB9}" type="pres">
      <dgm:prSet presAssocID="{6CDA1ECC-9CF9-4511-9103-058301DA9DC8}" presName="vert1" presStyleCnt="0"/>
      <dgm:spPr/>
    </dgm:pt>
    <dgm:pt modelId="{D005A0FF-81CB-4C7F-8357-1FE0F42D244E}" type="pres">
      <dgm:prSet presAssocID="{EC992C99-3BBA-41C1-A95F-AC0E29D73C6B}" presName="thickLine" presStyleLbl="alignNode1" presStyleIdx="2" presStyleCnt="7"/>
      <dgm:spPr/>
    </dgm:pt>
    <dgm:pt modelId="{71AF5B40-5C65-4F90-967C-86D8FFC45B93}" type="pres">
      <dgm:prSet presAssocID="{EC992C99-3BBA-41C1-A95F-AC0E29D73C6B}" presName="horz1" presStyleCnt="0"/>
      <dgm:spPr/>
    </dgm:pt>
    <dgm:pt modelId="{A78091CE-02C9-4CD2-AAE1-1462F3FADE33}" type="pres">
      <dgm:prSet presAssocID="{EC992C99-3BBA-41C1-A95F-AC0E29D73C6B}" presName="tx1" presStyleLbl="revTx" presStyleIdx="2" presStyleCnt="7"/>
      <dgm:spPr/>
    </dgm:pt>
    <dgm:pt modelId="{C81ACF8B-FBF1-4564-9FBC-694C32C19645}" type="pres">
      <dgm:prSet presAssocID="{EC992C99-3BBA-41C1-A95F-AC0E29D73C6B}" presName="vert1" presStyleCnt="0"/>
      <dgm:spPr/>
    </dgm:pt>
    <dgm:pt modelId="{270C9DA6-FEFE-43E0-BB1D-3EA406EB064B}" type="pres">
      <dgm:prSet presAssocID="{E65A8892-B3B1-461B-B089-30F055639510}" presName="thickLine" presStyleLbl="alignNode1" presStyleIdx="3" presStyleCnt="7"/>
      <dgm:spPr/>
    </dgm:pt>
    <dgm:pt modelId="{D8E39D82-991A-4D7B-B4FF-C1B36BD7C76B}" type="pres">
      <dgm:prSet presAssocID="{E65A8892-B3B1-461B-B089-30F055639510}" presName="horz1" presStyleCnt="0"/>
      <dgm:spPr/>
    </dgm:pt>
    <dgm:pt modelId="{338E877E-4AED-4634-A761-FF72EB614460}" type="pres">
      <dgm:prSet presAssocID="{E65A8892-B3B1-461B-B089-30F055639510}" presName="tx1" presStyleLbl="revTx" presStyleIdx="3" presStyleCnt="7"/>
      <dgm:spPr/>
    </dgm:pt>
    <dgm:pt modelId="{A1FEF981-82FC-4A14-8938-524B73F6C106}" type="pres">
      <dgm:prSet presAssocID="{E65A8892-B3B1-461B-B089-30F055639510}" presName="vert1" presStyleCnt="0"/>
      <dgm:spPr/>
    </dgm:pt>
    <dgm:pt modelId="{88E89E97-8EE9-4F0F-A1BB-9BD7BE87DF9D}" type="pres">
      <dgm:prSet presAssocID="{665F671D-583A-44BA-B323-B204756ECB17}" presName="thickLine" presStyleLbl="alignNode1" presStyleIdx="4" presStyleCnt="7"/>
      <dgm:spPr/>
    </dgm:pt>
    <dgm:pt modelId="{3AF82AC5-96D8-4BBF-A14B-0862ABDBEF1E}" type="pres">
      <dgm:prSet presAssocID="{665F671D-583A-44BA-B323-B204756ECB17}" presName="horz1" presStyleCnt="0"/>
      <dgm:spPr/>
    </dgm:pt>
    <dgm:pt modelId="{BE738B33-3E63-4128-AC8A-58DF451AC17C}" type="pres">
      <dgm:prSet presAssocID="{665F671D-583A-44BA-B323-B204756ECB17}" presName="tx1" presStyleLbl="revTx" presStyleIdx="4" presStyleCnt="7"/>
      <dgm:spPr/>
    </dgm:pt>
    <dgm:pt modelId="{B1741BAF-6F14-4762-8404-7A04B21BFC9F}" type="pres">
      <dgm:prSet presAssocID="{665F671D-583A-44BA-B323-B204756ECB17}" presName="vert1" presStyleCnt="0"/>
      <dgm:spPr/>
    </dgm:pt>
    <dgm:pt modelId="{598CA083-C288-4886-BFDF-562FB461A075}" type="pres">
      <dgm:prSet presAssocID="{81437519-943A-4469-B196-0F5D1A32EA1E}" presName="thickLine" presStyleLbl="alignNode1" presStyleIdx="5" presStyleCnt="7"/>
      <dgm:spPr/>
    </dgm:pt>
    <dgm:pt modelId="{F2FFF761-0CCE-4AD1-9749-2DEC5123A266}" type="pres">
      <dgm:prSet presAssocID="{81437519-943A-4469-B196-0F5D1A32EA1E}" presName="horz1" presStyleCnt="0"/>
      <dgm:spPr/>
    </dgm:pt>
    <dgm:pt modelId="{74239DE0-C500-4A45-9AA3-6D8104DBA2CF}" type="pres">
      <dgm:prSet presAssocID="{81437519-943A-4469-B196-0F5D1A32EA1E}" presName="tx1" presStyleLbl="revTx" presStyleIdx="5" presStyleCnt="7"/>
      <dgm:spPr/>
    </dgm:pt>
    <dgm:pt modelId="{10273F39-42C0-430C-9AAD-FD373881004B}" type="pres">
      <dgm:prSet presAssocID="{81437519-943A-4469-B196-0F5D1A32EA1E}" presName="vert1" presStyleCnt="0"/>
      <dgm:spPr/>
    </dgm:pt>
    <dgm:pt modelId="{7BAF71D7-01FC-4B30-ADEE-C52A8E8C7B61}" type="pres">
      <dgm:prSet presAssocID="{67086C2A-1D8A-421A-927A-E920290B3601}" presName="thickLine" presStyleLbl="alignNode1" presStyleIdx="6" presStyleCnt="7"/>
      <dgm:spPr/>
    </dgm:pt>
    <dgm:pt modelId="{D597B544-C174-4E98-B2A4-35B34955C405}" type="pres">
      <dgm:prSet presAssocID="{67086C2A-1D8A-421A-927A-E920290B3601}" presName="horz1" presStyleCnt="0"/>
      <dgm:spPr/>
    </dgm:pt>
    <dgm:pt modelId="{6779510F-1CDA-46BA-8913-F9E81418C557}" type="pres">
      <dgm:prSet presAssocID="{67086C2A-1D8A-421A-927A-E920290B3601}" presName="tx1" presStyleLbl="revTx" presStyleIdx="6" presStyleCnt="7"/>
      <dgm:spPr/>
    </dgm:pt>
    <dgm:pt modelId="{2022CAFF-73A2-4F5A-87EE-CC3CC792B03A}" type="pres">
      <dgm:prSet presAssocID="{67086C2A-1D8A-421A-927A-E920290B3601}" presName="vert1" presStyleCnt="0"/>
      <dgm:spPr/>
    </dgm:pt>
  </dgm:ptLst>
  <dgm:cxnLst>
    <dgm:cxn modelId="{B58BD112-BBA2-4675-9411-3C3302032AD0}" type="presOf" srcId="{DA3D63C0-993F-48F3-8900-C1CDEE9465AF}" destId="{FF2FE91C-AC46-4E94-B606-F60298992048}" srcOrd="0" destOrd="0" presId="urn:microsoft.com/office/officeart/2008/layout/LinedList"/>
    <dgm:cxn modelId="{9EEA555F-DFDF-4A5B-BBC2-D4D42FF4A3D3}" type="presOf" srcId="{EC992C99-3BBA-41C1-A95F-AC0E29D73C6B}" destId="{A78091CE-02C9-4CD2-AAE1-1462F3FADE33}" srcOrd="0" destOrd="0" presId="urn:microsoft.com/office/officeart/2008/layout/LinedList"/>
    <dgm:cxn modelId="{57047660-7494-4164-AAF0-514BD3D5A917}" type="presOf" srcId="{67086C2A-1D8A-421A-927A-E920290B3601}" destId="{6779510F-1CDA-46BA-8913-F9E81418C557}" srcOrd="0" destOrd="0" presId="urn:microsoft.com/office/officeart/2008/layout/LinedList"/>
    <dgm:cxn modelId="{6CC1EE62-35C6-46AE-A14D-0AAFE7EAB025}" type="presOf" srcId="{E65A8892-B3B1-461B-B089-30F055639510}" destId="{338E877E-4AED-4634-A761-FF72EB614460}" srcOrd="0" destOrd="0" presId="urn:microsoft.com/office/officeart/2008/layout/LinedList"/>
    <dgm:cxn modelId="{79EE6E76-5A86-40C2-92EB-93B105070C0D}" srcId="{DA3D63C0-993F-48F3-8900-C1CDEE9465AF}" destId="{6CDA1ECC-9CF9-4511-9103-058301DA9DC8}" srcOrd="1" destOrd="0" parTransId="{0CCC512E-5882-497C-8AE2-7BE27AA9F66C}" sibTransId="{B2A2311D-474C-4523-9146-CA6593ED99AE}"/>
    <dgm:cxn modelId="{5B365A58-1F89-4B00-84C5-803A6138B9A6}" type="presOf" srcId="{5ACBD692-60DC-4D4B-AD7B-11CDC463C981}" destId="{EB98BC73-B020-47B5-A3CF-7BF6909021BF}" srcOrd="0" destOrd="0" presId="urn:microsoft.com/office/officeart/2008/layout/LinedList"/>
    <dgm:cxn modelId="{924A0B8C-FA3A-4875-B444-2C1B69C550F0}" type="presOf" srcId="{6CDA1ECC-9CF9-4511-9103-058301DA9DC8}" destId="{E185F3AB-5E94-4141-BD49-3609DBAFDD08}" srcOrd="0" destOrd="0" presId="urn:microsoft.com/office/officeart/2008/layout/LinedList"/>
    <dgm:cxn modelId="{919B7D9A-D5C3-457B-BEA9-018FE0B59C8E}" type="presOf" srcId="{81437519-943A-4469-B196-0F5D1A32EA1E}" destId="{74239DE0-C500-4A45-9AA3-6D8104DBA2CF}" srcOrd="0" destOrd="0" presId="urn:microsoft.com/office/officeart/2008/layout/LinedList"/>
    <dgm:cxn modelId="{85F0CDA7-BD6B-4873-A0C0-F5B31157A44F}" srcId="{DA3D63C0-993F-48F3-8900-C1CDEE9465AF}" destId="{E65A8892-B3B1-461B-B089-30F055639510}" srcOrd="3" destOrd="0" parTransId="{77FC31D4-B968-46F5-BF5A-482BF064FDC7}" sibTransId="{FD5ADBB3-CCA6-4D7A-80D9-8CED94628B23}"/>
    <dgm:cxn modelId="{D47418BE-2B9C-4424-90D4-5D5590833ABB}" srcId="{DA3D63C0-993F-48F3-8900-C1CDEE9465AF}" destId="{81437519-943A-4469-B196-0F5D1A32EA1E}" srcOrd="5" destOrd="0" parTransId="{43EB39E0-B40C-4446-8D0D-B7FA0872E9F6}" sibTransId="{E5FA9638-DDE9-4D36-8F65-53249BA410ED}"/>
    <dgm:cxn modelId="{34845ABE-6DF8-48C1-BC1F-9F6AC3CA6331}" srcId="{DA3D63C0-993F-48F3-8900-C1CDEE9465AF}" destId="{67086C2A-1D8A-421A-927A-E920290B3601}" srcOrd="6" destOrd="0" parTransId="{F646C588-523F-4945-B7DF-368237728137}" sibTransId="{9EC8CC24-7B08-400C-984B-389DB5C633D0}"/>
    <dgm:cxn modelId="{DC0763C0-0108-48EF-A546-101C140D7C89}" srcId="{DA3D63C0-993F-48F3-8900-C1CDEE9465AF}" destId="{EC992C99-3BBA-41C1-A95F-AC0E29D73C6B}" srcOrd="2" destOrd="0" parTransId="{DF2C7AFF-7FFC-4DE0-8E27-84C0B61FA13A}" sibTransId="{40598AB1-F687-4E56-B00D-CFA4826D72C3}"/>
    <dgm:cxn modelId="{FB772ED7-E952-4A94-AE92-34B8BDA76BAB}" srcId="{DA3D63C0-993F-48F3-8900-C1CDEE9465AF}" destId="{5ACBD692-60DC-4D4B-AD7B-11CDC463C981}" srcOrd="0" destOrd="0" parTransId="{2FF3E0A0-DCC8-43F1-8ACE-9DBBC2D358D1}" sibTransId="{33B6F5BE-CD35-4146-9328-2ECCF03CD4A8}"/>
    <dgm:cxn modelId="{0F10CBE8-91A7-46AE-BB4B-5D2529037D8D}" srcId="{DA3D63C0-993F-48F3-8900-C1CDEE9465AF}" destId="{665F671D-583A-44BA-B323-B204756ECB17}" srcOrd="4" destOrd="0" parTransId="{CE2CA340-06CB-4D73-BEC8-4F7E74289235}" sibTransId="{409CCCC8-D3EE-45C9-B8D4-A7D9B61213AA}"/>
    <dgm:cxn modelId="{92E70CEE-B013-43CE-B39F-C7AD885C6D12}" type="presOf" srcId="{665F671D-583A-44BA-B323-B204756ECB17}" destId="{BE738B33-3E63-4128-AC8A-58DF451AC17C}" srcOrd="0" destOrd="0" presId="urn:microsoft.com/office/officeart/2008/layout/LinedList"/>
    <dgm:cxn modelId="{F22E33C4-6EFC-45EB-AF87-30204BB482CF}" type="presParOf" srcId="{FF2FE91C-AC46-4E94-B606-F60298992048}" destId="{1FB722A3-476F-449A-B912-E1B900F44A53}" srcOrd="0" destOrd="0" presId="urn:microsoft.com/office/officeart/2008/layout/LinedList"/>
    <dgm:cxn modelId="{B110F2D7-FDF2-4E49-9264-1F555A91C723}" type="presParOf" srcId="{FF2FE91C-AC46-4E94-B606-F60298992048}" destId="{78C79B40-860F-4D93-82D4-505DFCDBC966}" srcOrd="1" destOrd="0" presId="urn:microsoft.com/office/officeart/2008/layout/LinedList"/>
    <dgm:cxn modelId="{81841319-BF8B-4F72-BAF5-3D49995F1A19}" type="presParOf" srcId="{78C79B40-860F-4D93-82D4-505DFCDBC966}" destId="{EB98BC73-B020-47B5-A3CF-7BF6909021BF}" srcOrd="0" destOrd="0" presId="urn:microsoft.com/office/officeart/2008/layout/LinedList"/>
    <dgm:cxn modelId="{B619E081-2C3F-4674-BAEF-1DC590D50790}" type="presParOf" srcId="{78C79B40-860F-4D93-82D4-505DFCDBC966}" destId="{A8B3ED22-3405-470E-8C63-ED5341FD68C6}" srcOrd="1" destOrd="0" presId="urn:microsoft.com/office/officeart/2008/layout/LinedList"/>
    <dgm:cxn modelId="{6F509163-DF8E-464D-BCBA-449370851DED}" type="presParOf" srcId="{FF2FE91C-AC46-4E94-B606-F60298992048}" destId="{84A186F0-D819-4012-A8A7-A95DFA63237B}" srcOrd="2" destOrd="0" presId="urn:microsoft.com/office/officeart/2008/layout/LinedList"/>
    <dgm:cxn modelId="{3321F4BF-BAE6-4575-8379-C1DCB5C69923}" type="presParOf" srcId="{FF2FE91C-AC46-4E94-B606-F60298992048}" destId="{F715DC7A-0140-4CE7-89EC-99502461A7A5}" srcOrd="3" destOrd="0" presId="urn:microsoft.com/office/officeart/2008/layout/LinedList"/>
    <dgm:cxn modelId="{3228FE87-F5AA-473E-B2CD-33EC4DA559C6}" type="presParOf" srcId="{F715DC7A-0140-4CE7-89EC-99502461A7A5}" destId="{E185F3AB-5E94-4141-BD49-3609DBAFDD08}" srcOrd="0" destOrd="0" presId="urn:microsoft.com/office/officeart/2008/layout/LinedList"/>
    <dgm:cxn modelId="{C1E7230B-5938-4ACE-9DF1-3E8B55BEAD5E}" type="presParOf" srcId="{F715DC7A-0140-4CE7-89EC-99502461A7A5}" destId="{871C36E7-40E5-4391-9489-4E62FB371CB9}" srcOrd="1" destOrd="0" presId="urn:microsoft.com/office/officeart/2008/layout/LinedList"/>
    <dgm:cxn modelId="{E5DD3258-9BEE-4C04-9C4A-E935B33C1F6C}" type="presParOf" srcId="{FF2FE91C-AC46-4E94-B606-F60298992048}" destId="{D005A0FF-81CB-4C7F-8357-1FE0F42D244E}" srcOrd="4" destOrd="0" presId="urn:microsoft.com/office/officeart/2008/layout/LinedList"/>
    <dgm:cxn modelId="{E0A44444-F18D-4C28-9807-43BF696DA205}" type="presParOf" srcId="{FF2FE91C-AC46-4E94-B606-F60298992048}" destId="{71AF5B40-5C65-4F90-967C-86D8FFC45B93}" srcOrd="5" destOrd="0" presId="urn:microsoft.com/office/officeart/2008/layout/LinedList"/>
    <dgm:cxn modelId="{53C69080-83AD-45C1-8FD0-8FB067D47765}" type="presParOf" srcId="{71AF5B40-5C65-4F90-967C-86D8FFC45B93}" destId="{A78091CE-02C9-4CD2-AAE1-1462F3FADE33}" srcOrd="0" destOrd="0" presId="urn:microsoft.com/office/officeart/2008/layout/LinedList"/>
    <dgm:cxn modelId="{19A0D953-2766-4C2C-A596-4DD8B374D907}" type="presParOf" srcId="{71AF5B40-5C65-4F90-967C-86D8FFC45B93}" destId="{C81ACF8B-FBF1-4564-9FBC-694C32C19645}" srcOrd="1" destOrd="0" presId="urn:microsoft.com/office/officeart/2008/layout/LinedList"/>
    <dgm:cxn modelId="{DF7C7969-7D45-4BEA-A289-CD176D2D3348}" type="presParOf" srcId="{FF2FE91C-AC46-4E94-B606-F60298992048}" destId="{270C9DA6-FEFE-43E0-BB1D-3EA406EB064B}" srcOrd="6" destOrd="0" presId="urn:microsoft.com/office/officeart/2008/layout/LinedList"/>
    <dgm:cxn modelId="{D53980CA-BD3D-458E-95E8-77DACF7782FF}" type="presParOf" srcId="{FF2FE91C-AC46-4E94-B606-F60298992048}" destId="{D8E39D82-991A-4D7B-B4FF-C1B36BD7C76B}" srcOrd="7" destOrd="0" presId="urn:microsoft.com/office/officeart/2008/layout/LinedList"/>
    <dgm:cxn modelId="{12E3D21B-9830-496D-8D15-62D6B2F4D87C}" type="presParOf" srcId="{D8E39D82-991A-4D7B-B4FF-C1B36BD7C76B}" destId="{338E877E-4AED-4634-A761-FF72EB614460}" srcOrd="0" destOrd="0" presId="urn:microsoft.com/office/officeart/2008/layout/LinedList"/>
    <dgm:cxn modelId="{9B854BB1-91A8-4F4C-8AC1-A8D7085055C6}" type="presParOf" srcId="{D8E39D82-991A-4D7B-B4FF-C1B36BD7C76B}" destId="{A1FEF981-82FC-4A14-8938-524B73F6C106}" srcOrd="1" destOrd="0" presId="urn:microsoft.com/office/officeart/2008/layout/LinedList"/>
    <dgm:cxn modelId="{4D5AAEAF-80F1-46D2-8EAE-C24B88732C16}" type="presParOf" srcId="{FF2FE91C-AC46-4E94-B606-F60298992048}" destId="{88E89E97-8EE9-4F0F-A1BB-9BD7BE87DF9D}" srcOrd="8" destOrd="0" presId="urn:microsoft.com/office/officeart/2008/layout/LinedList"/>
    <dgm:cxn modelId="{512C09BB-1869-4AFD-8933-2057497EA8FB}" type="presParOf" srcId="{FF2FE91C-AC46-4E94-B606-F60298992048}" destId="{3AF82AC5-96D8-4BBF-A14B-0862ABDBEF1E}" srcOrd="9" destOrd="0" presId="urn:microsoft.com/office/officeart/2008/layout/LinedList"/>
    <dgm:cxn modelId="{2E9669F6-AA5C-4135-8CF2-9BC8FF6440B5}" type="presParOf" srcId="{3AF82AC5-96D8-4BBF-A14B-0862ABDBEF1E}" destId="{BE738B33-3E63-4128-AC8A-58DF451AC17C}" srcOrd="0" destOrd="0" presId="urn:microsoft.com/office/officeart/2008/layout/LinedList"/>
    <dgm:cxn modelId="{4D9F4DD3-6CFD-47A8-B3D3-28D8558DAA4E}" type="presParOf" srcId="{3AF82AC5-96D8-4BBF-A14B-0862ABDBEF1E}" destId="{B1741BAF-6F14-4762-8404-7A04B21BFC9F}" srcOrd="1" destOrd="0" presId="urn:microsoft.com/office/officeart/2008/layout/LinedList"/>
    <dgm:cxn modelId="{223F6947-6FC2-45AD-8AA0-C45A6EAA5990}" type="presParOf" srcId="{FF2FE91C-AC46-4E94-B606-F60298992048}" destId="{598CA083-C288-4886-BFDF-562FB461A075}" srcOrd="10" destOrd="0" presId="urn:microsoft.com/office/officeart/2008/layout/LinedList"/>
    <dgm:cxn modelId="{D57B1336-EC9A-4781-B655-6E888B985944}" type="presParOf" srcId="{FF2FE91C-AC46-4E94-B606-F60298992048}" destId="{F2FFF761-0CCE-4AD1-9749-2DEC5123A266}" srcOrd="11" destOrd="0" presId="urn:microsoft.com/office/officeart/2008/layout/LinedList"/>
    <dgm:cxn modelId="{8ACE217D-4D49-41E5-8AF9-E909D3034100}" type="presParOf" srcId="{F2FFF761-0CCE-4AD1-9749-2DEC5123A266}" destId="{74239DE0-C500-4A45-9AA3-6D8104DBA2CF}" srcOrd="0" destOrd="0" presId="urn:microsoft.com/office/officeart/2008/layout/LinedList"/>
    <dgm:cxn modelId="{F293FA16-82FD-4E44-BEC7-3E612B09C94A}" type="presParOf" srcId="{F2FFF761-0CCE-4AD1-9749-2DEC5123A266}" destId="{10273F39-42C0-430C-9AAD-FD373881004B}" srcOrd="1" destOrd="0" presId="urn:microsoft.com/office/officeart/2008/layout/LinedList"/>
    <dgm:cxn modelId="{7237C0C8-CDCD-4A1C-A5C8-674E525DCE8F}" type="presParOf" srcId="{FF2FE91C-AC46-4E94-B606-F60298992048}" destId="{7BAF71D7-01FC-4B30-ADEE-C52A8E8C7B61}" srcOrd="12" destOrd="0" presId="urn:microsoft.com/office/officeart/2008/layout/LinedList"/>
    <dgm:cxn modelId="{64C8BB4F-1EFA-4930-94F3-DE43D637B6DB}" type="presParOf" srcId="{FF2FE91C-AC46-4E94-B606-F60298992048}" destId="{D597B544-C174-4E98-B2A4-35B34955C405}" srcOrd="13" destOrd="0" presId="urn:microsoft.com/office/officeart/2008/layout/LinedList"/>
    <dgm:cxn modelId="{974BC1B4-A688-43EB-8221-64CFB7BF305D}" type="presParOf" srcId="{D597B544-C174-4E98-B2A4-35B34955C405}" destId="{6779510F-1CDA-46BA-8913-F9E81418C557}" srcOrd="0" destOrd="0" presId="urn:microsoft.com/office/officeart/2008/layout/LinedList"/>
    <dgm:cxn modelId="{F541D4E9-B608-42F2-BA58-39932D0D5812}" type="presParOf" srcId="{D597B544-C174-4E98-B2A4-35B34955C405}" destId="{2022CAFF-73A2-4F5A-87EE-CC3CC792B0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44C200-449B-4390-9E72-D8B4AC7EB2C3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BAE20F0-0025-486F-B677-0D4CD723D9B9}">
      <dgm:prSet/>
      <dgm:spPr/>
      <dgm:t>
        <a:bodyPr/>
        <a:lstStyle/>
        <a:p>
          <a:r>
            <a:rPr lang="de-DE"/>
            <a:t>Website informiert und motiviert zur Selbstreflexion</a:t>
          </a:r>
          <a:endParaRPr lang="en-US"/>
        </a:p>
      </dgm:t>
    </dgm:pt>
    <dgm:pt modelId="{B9B10D55-307A-475A-9D95-BB8C31C4205C}" type="parTrans" cxnId="{28573B81-3695-425F-A3F7-E6C8D8D31ED3}">
      <dgm:prSet/>
      <dgm:spPr/>
      <dgm:t>
        <a:bodyPr/>
        <a:lstStyle/>
        <a:p>
          <a:endParaRPr lang="en-US"/>
        </a:p>
      </dgm:t>
    </dgm:pt>
    <dgm:pt modelId="{C9F7469F-500A-463A-BDB8-7A37CBD5637D}" type="sibTrans" cxnId="{28573B81-3695-425F-A3F7-E6C8D8D31ED3}">
      <dgm:prSet/>
      <dgm:spPr/>
      <dgm:t>
        <a:bodyPr/>
        <a:lstStyle/>
        <a:p>
          <a:endParaRPr lang="en-US"/>
        </a:p>
      </dgm:t>
    </dgm:pt>
    <dgm:pt modelId="{7998CC5E-61CE-4065-91C2-96D07C097452}">
      <dgm:prSet/>
      <dgm:spPr/>
      <dgm:t>
        <a:bodyPr/>
        <a:lstStyle/>
        <a:p>
          <a:r>
            <a:rPr lang="de-DE"/>
            <a:t>Klarer Fokus auf Nutzerfreundlichkeit &amp; Design</a:t>
          </a:r>
          <a:endParaRPr lang="en-US"/>
        </a:p>
      </dgm:t>
    </dgm:pt>
    <dgm:pt modelId="{D23F848C-49BF-4645-BF6A-57E854B2EB5C}" type="parTrans" cxnId="{5DCEA2B3-1D76-40D7-B83F-2EC2A2583180}">
      <dgm:prSet/>
      <dgm:spPr/>
      <dgm:t>
        <a:bodyPr/>
        <a:lstStyle/>
        <a:p>
          <a:endParaRPr lang="en-US"/>
        </a:p>
      </dgm:t>
    </dgm:pt>
    <dgm:pt modelId="{2D7F59F7-72AA-4B14-9A85-5943D9D7EA18}" type="sibTrans" cxnId="{5DCEA2B3-1D76-40D7-B83F-2EC2A2583180}">
      <dgm:prSet/>
      <dgm:spPr/>
      <dgm:t>
        <a:bodyPr/>
        <a:lstStyle/>
        <a:p>
          <a:endParaRPr lang="en-US"/>
        </a:p>
      </dgm:t>
    </dgm:pt>
    <dgm:pt modelId="{EEC00D8B-526D-4560-93F5-B0B584B0C741}">
      <dgm:prSet/>
      <dgm:spPr/>
      <dgm:t>
        <a:bodyPr/>
        <a:lstStyle/>
        <a:p>
          <a:r>
            <a:rPr lang="de-DE"/>
            <a:t>Kombination aus Information, Prävention und Design</a:t>
          </a:r>
          <a:endParaRPr lang="en-US"/>
        </a:p>
      </dgm:t>
    </dgm:pt>
    <dgm:pt modelId="{34BDE2F0-A7B6-49D4-8CA8-55E1C1C3FEED}" type="parTrans" cxnId="{E6FABA33-BD60-4017-B7A6-A2867C06F724}">
      <dgm:prSet/>
      <dgm:spPr/>
      <dgm:t>
        <a:bodyPr/>
        <a:lstStyle/>
        <a:p>
          <a:endParaRPr lang="en-US"/>
        </a:p>
      </dgm:t>
    </dgm:pt>
    <dgm:pt modelId="{ADEE8540-630A-40A4-9945-B9228EFAB00A}" type="sibTrans" cxnId="{E6FABA33-BD60-4017-B7A6-A2867C06F724}">
      <dgm:prSet/>
      <dgm:spPr/>
      <dgm:t>
        <a:bodyPr/>
        <a:lstStyle/>
        <a:p>
          <a:endParaRPr lang="en-US"/>
        </a:p>
      </dgm:t>
    </dgm:pt>
    <dgm:pt modelId="{643C80B0-950E-45C0-AC78-C457B209DF5C}" type="pres">
      <dgm:prSet presAssocID="{DC44C200-449B-4390-9E72-D8B4AC7EB2C3}" presName="vert0" presStyleCnt="0">
        <dgm:presLayoutVars>
          <dgm:dir/>
          <dgm:animOne val="branch"/>
          <dgm:animLvl val="lvl"/>
        </dgm:presLayoutVars>
      </dgm:prSet>
      <dgm:spPr/>
    </dgm:pt>
    <dgm:pt modelId="{EC0861A3-8427-4C23-AACB-F275172EFFBB}" type="pres">
      <dgm:prSet presAssocID="{0BAE20F0-0025-486F-B677-0D4CD723D9B9}" presName="thickLine" presStyleLbl="alignNode1" presStyleIdx="0" presStyleCnt="3"/>
      <dgm:spPr/>
    </dgm:pt>
    <dgm:pt modelId="{5A15E66E-1409-4F2F-8A5E-142BA9934B49}" type="pres">
      <dgm:prSet presAssocID="{0BAE20F0-0025-486F-B677-0D4CD723D9B9}" presName="horz1" presStyleCnt="0"/>
      <dgm:spPr/>
    </dgm:pt>
    <dgm:pt modelId="{8A58211B-3068-47A4-84CD-1F1431B83FD4}" type="pres">
      <dgm:prSet presAssocID="{0BAE20F0-0025-486F-B677-0D4CD723D9B9}" presName="tx1" presStyleLbl="revTx" presStyleIdx="0" presStyleCnt="3"/>
      <dgm:spPr/>
    </dgm:pt>
    <dgm:pt modelId="{FCA6E8CD-E915-4567-81AF-B3DC130EC5F7}" type="pres">
      <dgm:prSet presAssocID="{0BAE20F0-0025-486F-B677-0D4CD723D9B9}" presName="vert1" presStyleCnt="0"/>
      <dgm:spPr/>
    </dgm:pt>
    <dgm:pt modelId="{0F163A3B-5030-45C4-8E39-B1741F215F10}" type="pres">
      <dgm:prSet presAssocID="{7998CC5E-61CE-4065-91C2-96D07C097452}" presName="thickLine" presStyleLbl="alignNode1" presStyleIdx="1" presStyleCnt="3"/>
      <dgm:spPr/>
    </dgm:pt>
    <dgm:pt modelId="{8356FCEA-A8D9-4409-A715-CAB3092DB893}" type="pres">
      <dgm:prSet presAssocID="{7998CC5E-61CE-4065-91C2-96D07C097452}" presName="horz1" presStyleCnt="0"/>
      <dgm:spPr/>
    </dgm:pt>
    <dgm:pt modelId="{7E9C39F1-8BC7-4FA5-A5FB-8AE573C464DC}" type="pres">
      <dgm:prSet presAssocID="{7998CC5E-61CE-4065-91C2-96D07C097452}" presName="tx1" presStyleLbl="revTx" presStyleIdx="1" presStyleCnt="3"/>
      <dgm:spPr/>
    </dgm:pt>
    <dgm:pt modelId="{6B3DB99E-239F-4077-ADB8-2E940E146F93}" type="pres">
      <dgm:prSet presAssocID="{7998CC5E-61CE-4065-91C2-96D07C097452}" presName="vert1" presStyleCnt="0"/>
      <dgm:spPr/>
    </dgm:pt>
    <dgm:pt modelId="{85265327-402F-480A-AAA4-2B28455A14C7}" type="pres">
      <dgm:prSet presAssocID="{EEC00D8B-526D-4560-93F5-B0B584B0C741}" presName="thickLine" presStyleLbl="alignNode1" presStyleIdx="2" presStyleCnt="3"/>
      <dgm:spPr/>
    </dgm:pt>
    <dgm:pt modelId="{0AC26D33-7DBD-4B40-AE07-C4D079CF941C}" type="pres">
      <dgm:prSet presAssocID="{EEC00D8B-526D-4560-93F5-B0B584B0C741}" presName="horz1" presStyleCnt="0"/>
      <dgm:spPr/>
    </dgm:pt>
    <dgm:pt modelId="{C81591FC-0FD4-43A8-A60F-786970F2EC30}" type="pres">
      <dgm:prSet presAssocID="{EEC00D8B-526D-4560-93F5-B0B584B0C741}" presName="tx1" presStyleLbl="revTx" presStyleIdx="2" presStyleCnt="3"/>
      <dgm:spPr/>
    </dgm:pt>
    <dgm:pt modelId="{4924062B-1C31-44BF-BB13-E81F357DBADD}" type="pres">
      <dgm:prSet presAssocID="{EEC00D8B-526D-4560-93F5-B0B584B0C741}" presName="vert1" presStyleCnt="0"/>
      <dgm:spPr/>
    </dgm:pt>
  </dgm:ptLst>
  <dgm:cxnLst>
    <dgm:cxn modelId="{65178803-79A2-4D20-B79D-3A79F8A66E79}" type="presOf" srcId="{0BAE20F0-0025-486F-B677-0D4CD723D9B9}" destId="{8A58211B-3068-47A4-84CD-1F1431B83FD4}" srcOrd="0" destOrd="0" presId="urn:microsoft.com/office/officeart/2008/layout/LinedList"/>
    <dgm:cxn modelId="{E6FABA33-BD60-4017-B7A6-A2867C06F724}" srcId="{DC44C200-449B-4390-9E72-D8B4AC7EB2C3}" destId="{EEC00D8B-526D-4560-93F5-B0B584B0C741}" srcOrd="2" destOrd="0" parTransId="{34BDE2F0-A7B6-49D4-8CA8-55E1C1C3FEED}" sibTransId="{ADEE8540-630A-40A4-9945-B9228EFAB00A}"/>
    <dgm:cxn modelId="{932F6F39-B85E-4899-9655-0B586EAE90E5}" type="presOf" srcId="{EEC00D8B-526D-4560-93F5-B0B584B0C741}" destId="{C81591FC-0FD4-43A8-A60F-786970F2EC30}" srcOrd="0" destOrd="0" presId="urn:microsoft.com/office/officeart/2008/layout/LinedList"/>
    <dgm:cxn modelId="{6BD28F58-BDEB-406D-A94A-864B032B33FA}" type="presOf" srcId="{DC44C200-449B-4390-9E72-D8B4AC7EB2C3}" destId="{643C80B0-950E-45C0-AC78-C457B209DF5C}" srcOrd="0" destOrd="0" presId="urn:microsoft.com/office/officeart/2008/layout/LinedList"/>
    <dgm:cxn modelId="{28573B81-3695-425F-A3F7-E6C8D8D31ED3}" srcId="{DC44C200-449B-4390-9E72-D8B4AC7EB2C3}" destId="{0BAE20F0-0025-486F-B677-0D4CD723D9B9}" srcOrd="0" destOrd="0" parTransId="{B9B10D55-307A-475A-9D95-BB8C31C4205C}" sibTransId="{C9F7469F-500A-463A-BDB8-7A37CBD5637D}"/>
    <dgm:cxn modelId="{5DCEA2B3-1D76-40D7-B83F-2EC2A2583180}" srcId="{DC44C200-449B-4390-9E72-D8B4AC7EB2C3}" destId="{7998CC5E-61CE-4065-91C2-96D07C097452}" srcOrd="1" destOrd="0" parTransId="{D23F848C-49BF-4645-BF6A-57E854B2EB5C}" sibTransId="{2D7F59F7-72AA-4B14-9A85-5943D9D7EA18}"/>
    <dgm:cxn modelId="{F31A3ED3-53EC-424B-AC1B-31B1AF11BF37}" type="presOf" srcId="{7998CC5E-61CE-4065-91C2-96D07C097452}" destId="{7E9C39F1-8BC7-4FA5-A5FB-8AE573C464DC}" srcOrd="0" destOrd="0" presId="urn:microsoft.com/office/officeart/2008/layout/LinedList"/>
    <dgm:cxn modelId="{98FAC131-34D6-4AE1-A21A-783DA0C13368}" type="presParOf" srcId="{643C80B0-950E-45C0-AC78-C457B209DF5C}" destId="{EC0861A3-8427-4C23-AACB-F275172EFFBB}" srcOrd="0" destOrd="0" presId="urn:microsoft.com/office/officeart/2008/layout/LinedList"/>
    <dgm:cxn modelId="{E7B7E208-42A2-4669-8C58-277A9F27CD82}" type="presParOf" srcId="{643C80B0-950E-45C0-AC78-C457B209DF5C}" destId="{5A15E66E-1409-4F2F-8A5E-142BA9934B49}" srcOrd="1" destOrd="0" presId="urn:microsoft.com/office/officeart/2008/layout/LinedList"/>
    <dgm:cxn modelId="{A946F406-0159-443F-9E91-88818B5CECE5}" type="presParOf" srcId="{5A15E66E-1409-4F2F-8A5E-142BA9934B49}" destId="{8A58211B-3068-47A4-84CD-1F1431B83FD4}" srcOrd="0" destOrd="0" presId="urn:microsoft.com/office/officeart/2008/layout/LinedList"/>
    <dgm:cxn modelId="{CBEB4953-BF3B-4A71-9C40-3FB1563111BE}" type="presParOf" srcId="{5A15E66E-1409-4F2F-8A5E-142BA9934B49}" destId="{FCA6E8CD-E915-4567-81AF-B3DC130EC5F7}" srcOrd="1" destOrd="0" presId="urn:microsoft.com/office/officeart/2008/layout/LinedList"/>
    <dgm:cxn modelId="{E7EE4A4F-0F39-4FEA-941A-B633EF282C2A}" type="presParOf" srcId="{643C80B0-950E-45C0-AC78-C457B209DF5C}" destId="{0F163A3B-5030-45C4-8E39-B1741F215F10}" srcOrd="2" destOrd="0" presId="urn:microsoft.com/office/officeart/2008/layout/LinedList"/>
    <dgm:cxn modelId="{883CC306-B9DD-4DB9-BCAF-D1DB32AD370B}" type="presParOf" srcId="{643C80B0-950E-45C0-AC78-C457B209DF5C}" destId="{8356FCEA-A8D9-4409-A715-CAB3092DB893}" srcOrd="3" destOrd="0" presId="urn:microsoft.com/office/officeart/2008/layout/LinedList"/>
    <dgm:cxn modelId="{97C89E61-C560-4D63-814A-C0BF78BBB73A}" type="presParOf" srcId="{8356FCEA-A8D9-4409-A715-CAB3092DB893}" destId="{7E9C39F1-8BC7-4FA5-A5FB-8AE573C464DC}" srcOrd="0" destOrd="0" presId="urn:microsoft.com/office/officeart/2008/layout/LinedList"/>
    <dgm:cxn modelId="{39DC91C5-AD4E-49B0-9DC3-367F5DA0D22A}" type="presParOf" srcId="{8356FCEA-A8D9-4409-A715-CAB3092DB893}" destId="{6B3DB99E-239F-4077-ADB8-2E940E146F93}" srcOrd="1" destOrd="0" presId="urn:microsoft.com/office/officeart/2008/layout/LinedList"/>
    <dgm:cxn modelId="{87826362-E35F-4EA0-B4AB-7869AD01CC79}" type="presParOf" srcId="{643C80B0-950E-45C0-AC78-C457B209DF5C}" destId="{85265327-402F-480A-AAA4-2B28455A14C7}" srcOrd="4" destOrd="0" presId="urn:microsoft.com/office/officeart/2008/layout/LinedList"/>
    <dgm:cxn modelId="{8035F220-9C23-47E1-A779-418F7D065F47}" type="presParOf" srcId="{643C80B0-950E-45C0-AC78-C457B209DF5C}" destId="{0AC26D33-7DBD-4B40-AE07-C4D079CF941C}" srcOrd="5" destOrd="0" presId="urn:microsoft.com/office/officeart/2008/layout/LinedList"/>
    <dgm:cxn modelId="{2B6D5D32-6D19-4A93-A959-2BA5AE2C2A0C}" type="presParOf" srcId="{0AC26D33-7DBD-4B40-AE07-C4D079CF941C}" destId="{C81591FC-0FD4-43A8-A60F-786970F2EC30}" srcOrd="0" destOrd="0" presId="urn:microsoft.com/office/officeart/2008/layout/LinedList"/>
    <dgm:cxn modelId="{9C27660D-BCEE-4B84-ADAB-D3AC5FB5626F}" type="presParOf" srcId="{0AC26D33-7DBD-4B40-AE07-C4D079CF941C}" destId="{4924062B-1C31-44BF-BB13-E81F357DBA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2FE6E-5382-4BE1-97D1-A06ACF773BF1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E23C16-B4DB-424B-AAD3-A8BDF23DFE2D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Thema: Mentale Gesundheit und soziale Medien</a:t>
          </a:r>
          <a:endParaRPr lang="en-US" sz="3100" kern="1200"/>
        </a:p>
      </dsp:txBody>
      <dsp:txXfrm>
        <a:off x="0" y="2663"/>
        <a:ext cx="5000124" cy="1816197"/>
      </dsp:txXfrm>
    </dsp:sp>
    <dsp:sp modelId="{897ABCF0-049B-4A77-AA45-3C0223937B99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9476B9-FCA7-4153-9219-C6C1A4DF5AA7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Ziel: Aufklären, sensibilisieren und Jugendliche &amp; junge Erwachsene unterstützen</a:t>
          </a:r>
          <a:endParaRPr lang="en-US" sz="3100" kern="1200"/>
        </a:p>
      </dsp:txBody>
      <dsp:txXfrm>
        <a:off x="0" y="1818861"/>
        <a:ext cx="5000124" cy="1816197"/>
      </dsp:txXfrm>
    </dsp:sp>
    <dsp:sp modelId="{36D2BE67-D3F0-4C89-B00A-44DB17708122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D337C9-1EE4-4B80-9773-4E941E387FCF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100" kern="1200"/>
            <a:t>Plattform zur Information, Reflexion und Hilfe</a:t>
          </a:r>
          <a:endParaRPr lang="en-US" sz="3100" kern="1200"/>
        </a:p>
      </dsp:txBody>
      <dsp:txXfrm>
        <a:off x="0" y="3635058"/>
        <a:ext cx="5000124" cy="1816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1FCBF-6B66-4BF4-8CD9-D08C92AB4EA8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Jugendliche und junge Erwachsene (ca. 14–25 Jahre)</a:t>
          </a:r>
          <a:endParaRPr lang="en-US" sz="2900" kern="1200"/>
        </a:p>
      </dsp:txBody>
      <dsp:txXfrm>
        <a:off x="32418" y="32418"/>
        <a:ext cx="5772143" cy="1041985"/>
      </dsp:txXfrm>
    </dsp:sp>
    <dsp:sp modelId="{4B022BB3-898B-43D7-AFD1-1E9C439B3972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Digital Natives, die täglich soziale Medien nutzen</a:t>
          </a:r>
          <a:endParaRPr lang="en-US" sz="2900" kern="1200"/>
        </a:p>
      </dsp:txBody>
      <dsp:txXfrm>
        <a:off x="647108" y="1323709"/>
        <a:ext cx="5567530" cy="1041985"/>
      </dsp:txXfrm>
    </dsp:sp>
    <dsp:sp modelId="{5482EBE6-92A5-403D-891D-059153CE6A82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Ziel: Bewusstsein schaffen für Risiken &amp; Chancen</a:t>
          </a:r>
          <a:endParaRPr lang="en-US" sz="2900" kern="1200"/>
        </a:p>
      </dsp:txBody>
      <dsp:txXfrm>
        <a:off x="1261798" y="2615001"/>
        <a:ext cx="5567530" cy="1041985"/>
      </dsp:txXfrm>
    </dsp:sp>
    <dsp:sp modelId="{5280F867-4119-4F35-8EE2-2FAAF01A2F4D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984EDDCB-3C70-4F83-894F-66E618816294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2ECDD-FC5C-40AF-989E-8C4E58D8684B}">
      <dsp:nvSpPr>
        <dsp:cNvPr id="0" name=""/>
        <dsp:cNvSpPr/>
      </dsp:nvSpPr>
      <dsp:spPr>
        <a:xfrm>
          <a:off x="0" y="100137"/>
          <a:ext cx="5000124" cy="99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Mobile First Design</a:t>
          </a:r>
          <a:endParaRPr lang="en-US" sz="2500" kern="1200" dirty="0"/>
        </a:p>
      </dsp:txBody>
      <dsp:txXfrm>
        <a:off x="48481" y="148618"/>
        <a:ext cx="4903162" cy="896166"/>
      </dsp:txXfrm>
    </dsp:sp>
    <dsp:sp modelId="{ECDAF9B9-4E9D-460C-B9D0-1621F3C37FFC}">
      <dsp:nvSpPr>
        <dsp:cNvPr id="0" name=""/>
        <dsp:cNvSpPr/>
      </dsp:nvSpPr>
      <dsp:spPr>
        <a:xfrm>
          <a:off x="0" y="1165266"/>
          <a:ext cx="5000124" cy="993128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Semantisches HTML &amp; übersichtliche Struktur</a:t>
          </a:r>
          <a:endParaRPr lang="en-US" sz="2500" kern="1200" dirty="0"/>
        </a:p>
      </dsp:txBody>
      <dsp:txXfrm>
        <a:off x="48481" y="1213747"/>
        <a:ext cx="4903162" cy="896166"/>
      </dsp:txXfrm>
    </dsp:sp>
    <dsp:sp modelId="{4EC4CFC5-D14F-4770-8F12-25C94D65FB2E}">
      <dsp:nvSpPr>
        <dsp:cNvPr id="0" name=""/>
        <dsp:cNvSpPr/>
      </dsp:nvSpPr>
      <dsp:spPr>
        <a:xfrm>
          <a:off x="0" y="2230395"/>
          <a:ext cx="5000124" cy="99312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Schnell erfassbare Inhalte &amp; Tipps</a:t>
          </a:r>
          <a:endParaRPr lang="en-US" sz="2500" kern="1200" dirty="0"/>
        </a:p>
      </dsp:txBody>
      <dsp:txXfrm>
        <a:off x="48481" y="2278876"/>
        <a:ext cx="4903162" cy="896166"/>
      </dsp:txXfrm>
    </dsp:sp>
    <dsp:sp modelId="{84DAF7B8-7A38-4DEB-A8B4-0B3E734F2695}">
      <dsp:nvSpPr>
        <dsp:cNvPr id="0" name=""/>
        <dsp:cNvSpPr/>
      </dsp:nvSpPr>
      <dsp:spPr>
        <a:xfrm>
          <a:off x="0" y="3295524"/>
          <a:ext cx="5000124" cy="993128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Ressourcen mit externen Links</a:t>
          </a:r>
          <a:endParaRPr lang="en-US" sz="2500" kern="1200" dirty="0"/>
        </a:p>
      </dsp:txBody>
      <dsp:txXfrm>
        <a:off x="48481" y="3344005"/>
        <a:ext cx="4903162" cy="896166"/>
      </dsp:txXfrm>
    </dsp:sp>
    <dsp:sp modelId="{53F5FB7C-43EF-486B-B076-844B72CF24D7}">
      <dsp:nvSpPr>
        <dsp:cNvPr id="0" name=""/>
        <dsp:cNvSpPr/>
      </dsp:nvSpPr>
      <dsp:spPr>
        <a:xfrm>
          <a:off x="0" y="4360653"/>
          <a:ext cx="5000124" cy="99312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Kleine Infoboxen für zusätzliche Inhalte</a:t>
          </a:r>
          <a:endParaRPr lang="en-US" sz="2500" kern="1200" dirty="0"/>
        </a:p>
      </dsp:txBody>
      <dsp:txXfrm>
        <a:off x="48481" y="4409134"/>
        <a:ext cx="4903162" cy="8961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DDC78-A571-4A17-A9A4-D89714DE72B4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AFE72F-19AB-4106-93BA-61A26E336E32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Startseite mit Einführung</a:t>
          </a:r>
          <a:endParaRPr lang="en-US" sz="2500" kern="1200"/>
        </a:p>
      </dsp:txBody>
      <dsp:txXfrm>
        <a:off x="0" y="2663"/>
        <a:ext cx="5000124" cy="908098"/>
      </dsp:txXfrm>
    </dsp:sp>
    <dsp:sp modelId="{BCA98296-66E2-4491-9F0D-1F454D7BBDAF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02AE72-9FE2-4CAA-AB85-84303188D66C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Infoseiten mit Studien &amp; Tipps</a:t>
          </a:r>
          <a:endParaRPr lang="en-US" sz="2500" kern="1200"/>
        </a:p>
      </dsp:txBody>
      <dsp:txXfrm>
        <a:off x="0" y="910762"/>
        <a:ext cx="5000124" cy="908098"/>
      </dsp:txXfrm>
    </dsp:sp>
    <dsp:sp modelId="{AC4357CC-FE85-4348-A430-0D58FC768385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34EAD9-697E-4C11-B747-3E28A9E88265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Ressourcen mit Links zu Hilfeangeboten</a:t>
          </a:r>
          <a:endParaRPr lang="en-US" sz="2500" kern="1200"/>
        </a:p>
      </dsp:txBody>
      <dsp:txXfrm>
        <a:off x="0" y="1818861"/>
        <a:ext cx="5000124" cy="908098"/>
      </dsp:txXfrm>
    </dsp:sp>
    <dsp:sp modelId="{90B5879E-63F3-4175-9869-41AB1119EC07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7C81FE-B8C4-4C83-B670-CF66FB8065FB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Über-uns-Bereich mit Projektkontext</a:t>
          </a:r>
          <a:endParaRPr lang="en-US" sz="2500" kern="1200"/>
        </a:p>
      </dsp:txBody>
      <dsp:txXfrm>
        <a:off x="0" y="2726960"/>
        <a:ext cx="5000124" cy="908098"/>
      </dsp:txXfrm>
    </dsp:sp>
    <dsp:sp modelId="{6061C9CE-F717-404E-B110-FE3E21E49FE6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83BF24-DFD8-4362-8263-8F2743ECFEC4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Dark Mode umschaltbar</a:t>
          </a:r>
          <a:endParaRPr lang="en-US" sz="2500" kern="1200"/>
        </a:p>
      </dsp:txBody>
      <dsp:txXfrm>
        <a:off x="0" y="3635058"/>
        <a:ext cx="5000124" cy="908098"/>
      </dsp:txXfrm>
    </dsp:sp>
    <dsp:sp modelId="{AC3443FB-A161-4F89-9177-79E656157F0F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D5E394-4968-4125-9718-9B9EE1A434ED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Responsives Layout auf Desktop und Mobile</a:t>
          </a:r>
          <a:endParaRPr lang="en-US" sz="2500" kern="1200"/>
        </a:p>
      </dsp:txBody>
      <dsp:txXfrm>
        <a:off x="0" y="4543157"/>
        <a:ext cx="5000124" cy="9080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722A3-476F-449A-B912-E1B900F44A53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98BC73-B020-47B5-A3CF-7BF6909021BF}">
      <dsp:nvSpPr>
        <dsp:cNvPr id="0" name=""/>
        <dsp:cNvSpPr/>
      </dsp:nvSpPr>
      <dsp:spPr>
        <a:xfrm>
          <a:off x="0" y="665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Gruppe: 4 Personen</a:t>
          </a:r>
          <a:endParaRPr lang="en-US" sz="2300" kern="1200" dirty="0"/>
        </a:p>
      </dsp:txBody>
      <dsp:txXfrm>
        <a:off x="0" y="665"/>
        <a:ext cx="5000124" cy="778941"/>
      </dsp:txXfrm>
    </dsp:sp>
    <dsp:sp modelId="{84A186F0-D819-4012-A8A7-A95DFA63237B}">
      <dsp:nvSpPr>
        <dsp:cNvPr id="0" name=""/>
        <dsp:cNvSpPr/>
      </dsp:nvSpPr>
      <dsp:spPr>
        <a:xfrm>
          <a:off x="0" y="779606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85F3AB-5E94-4141-BD49-3609DBAFDD08}">
      <dsp:nvSpPr>
        <dsp:cNvPr id="0" name=""/>
        <dsp:cNvSpPr/>
      </dsp:nvSpPr>
      <dsp:spPr>
        <a:xfrm>
          <a:off x="0" y="779606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Aufgabenverteilung:</a:t>
          </a:r>
          <a:endParaRPr lang="en-US" sz="2300" kern="1200"/>
        </a:p>
      </dsp:txBody>
      <dsp:txXfrm>
        <a:off x="0" y="779606"/>
        <a:ext cx="5000124" cy="778941"/>
      </dsp:txXfrm>
    </dsp:sp>
    <dsp:sp modelId="{D005A0FF-81CB-4C7F-8357-1FE0F42D244E}">
      <dsp:nvSpPr>
        <dsp:cNvPr id="0" name=""/>
        <dsp:cNvSpPr/>
      </dsp:nvSpPr>
      <dsp:spPr>
        <a:xfrm>
          <a:off x="0" y="155854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8091CE-02C9-4CD2-AAE1-1462F3FADE33}">
      <dsp:nvSpPr>
        <dsp:cNvPr id="0" name=""/>
        <dsp:cNvSpPr/>
      </dsp:nvSpPr>
      <dsp:spPr>
        <a:xfrm>
          <a:off x="0" y="1558548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– Design &amp; Farben</a:t>
          </a:r>
          <a:endParaRPr lang="en-US" sz="2300" kern="1200"/>
        </a:p>
      </dsp:txBody>
      <dsp:txXfrm>
        <a:off x="0" y="1558548"/>
        <a:ext cx="5000124" cy="778941"/>
      </dsp:txXfrm>
    </dsp:sp>
    <dsp:sp modelId="{270C9DA6-FEFE-43E0-BB1D-3EA406EB064B}">
      <dsp:nvSpPr>
        <dsp:cNvPr id="0" name=""/>
        <dsp:cNvSpPr/>
      </dsp:nvSpPr>
      <dsp:spPr>
        <a:xfrm>
          <a:off x="0" y="2337489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8E877E-4AED-4634-A761-FF72EB614460}">
      <dsp:nvSpPr>
        <dsp:cNvPr id="0" name=""/>
        <dsp:cNvSpPr/>
      </dsp:nvSpPr>
      <dsp:spPr>
        <a:xfrm>
          <a:off x="0" y="2337489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– HTML-Struktur</a:t>
          </a:r>
          <a:endParaRPr lang="en-US" sz="2300" kern="1200"/>
        </a:p>
      </dsp:txBody>
      <dsp:txXfrm>
        <a:off x="0" y="2337489"/>
        <a:ext cx="5000124" cy="778941"/>
      </dsp:txXfrm>
    </dsp:sp>
    <dsp:sp modelId="{88E89E97-8EE9-4F0F-A1BB-9BD7BE87DF9D}">
      <dsp:nvSpPr>
        <dsp:cNvPr id="0" name=""/>
        <dsp:cNvSpPr/>
      </dsp:nvSpPr>
      <dsp:spPr>
        <a:xfrm>
          <a:off x="0" y="3116430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738B33-3E63-4128-AC8A-58DF451AC17C}">
      <dsp:nvSpPr>
        <dsp:cNvPr id="0" name=""/>
        <dsp:cNvSpPr/>
      </dsp:nvSpPr>
      <dsp:spPr>
        <a:xfrm>
          <a:off x="0" y="3116430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– CSS-Umsetzung &amp; Dark Mode</a:t>
          </a:r>
          <a:endParaRPr lang="en-US" sz="2300" kern="1200"/>
        </a:p>
      </dsp:txBody>
      <dsp:txXfrm>
        <a:off x="0" y="3116430"/>
        <a:ext cx="5000124" cy="778941"/>
      </dsp:txXfrm>
    </dsp:sp>
    <dsp:sp modelId="{598CA083-C288-4886-BFDF-562FB461A075}">
      <dsp:nvSpPr>
        <dsp:cNvPr id="0" name=""/>
        <dsp:cNvSpPr/>
      </dsp:nvSpPr>
      <dsp:spPr>
        <a:xfrm>
          <a:off x="0" y="389537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239DE0-C500-4A45-9AA3-6D8104DBA2CF}">
      <dsp:nvSpPr>
        <dsp:cNvPr id="0" name=""/>
        <dsp:cNvSpPr/>
      </dsp:nvSpPr>
      <dsp:spPr>
        <a:xfrm>
          <a:off x="0" y="3895371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– Präsentation &amp; Inhalte</a:t>
          </a:r>
          <a:endParaRPr lang="en-US" sz="2300" kern="1200"/>
        </a:p>
      </dsp:txBody>
      <dsp:txXfrm>
        <a:off x="0" y="3895371"/>
        <a:ext cx="5000124" cy="778941"/>
      </dsp:txXfrm>
    </dsp:sp>
    <dsp:sp modelId="{7BAF71D7-01FC-4B30-ADEE-C52A8E8C7B61}">
      <dsp:nvSpPr>
        <dsp:cNvPr id="0" name=""/>
        <dsp:cNvSpPr/>
      </dsp:nvSpPr>
      <dsp:spPr>
        <a:xfrm>
          <a:off x="0" y="467431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79510F-1CDA-46BA-8913-F9E81418C557}">
      <dsp:nvSpPr>
        <dsp:cNvPr id="0" name=""/>
        <dsp:cNvSpPr/>
      </dsp:nvSpPr>
      <dsp:spPr>
        <a:xfrm>
          <a:off x="0" y="4674313"/>
          <a:ext cx="5000124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Gemeinsame Abstimmung über GitHub</a:t>
          </a:r>
          <a:endParaRPr lang="en-US" sz="2300" kern="1200"/>
        </a:p>
      </dsp:txBody>
      <dsp:txXfrm>
        <a:off x="0" y="4674313"/>
        <a:ext cx="5000124" cy="77894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861A3-8427-4C23-AACB-F275172EFFBB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58211B-3068-47A4-84CD-1F1431B83FD4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Website informiert und motiviert zur Selbstreflexion</a:t>
          </a:r>
          <a:endParaRPr lang="en-US" sz="3600" kern="1200"/>
        </a:p>
      </dsp:txBody>
      <dsp:txXfrm>
        <a:off x="0" y="2663"/>
        <a:ext cx="5000124" cy="1816197"/>
      </dsp:txXfrm>
    </dsp:sp>
    <dsp:sp modelId="{0F163A3B-5030-45C4-8E39-B1741F215F10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9C39F1-8BC7-4FA5-A5FB-8AE573C464DC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Klarer Fokus auf Nutzerfreundlichkeit &amp; Design</a:t>
          </a:r>
          <a:endParaRPr lang="en-US" sz="3600" kern="1200"/>
        </a:p>
      </dsp:txBody>
      <dsp:txXfrm>
        <a:off x="0" y="1818861"/>
        <a:ext cx="5000124" cy="1816197"/>
      </dsp:txXfrm>
    </dsp:sp>
    <dsp:sp modelId="{85265327-402F-480A-AAA4-2B28455A14C7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1591FC-0FD4-43A8-A60F-786970F2EC30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Kombination aus Information, Prävention und Design</a:t>
          </a:r>
          <a:endParaRPr lang="en-US" sz="3600" kern="1200"/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200" noProof="0" dirty="0">
                <a:solidFill>
                  <a:srgbClr val="FFFFFF"/>
                </a:solidFill>
              </a:rPr>
              <a:t>Mentale Gesundheit &amp; </a:t>
            </a:r>
            <a:r>
              <a:rPr lang="de-DE" sz="4200" noProof="0" dirty="0" err="1">
                <a:solidFill>
                  <a:srgbClr val="FFFFFF"/>
                </a:solidFill>
              </a:rPr>
              <a:t>Social</a:t>
            </a:r>
            <a:r>
              <a:rPr lang="de-DE" sz="4200" noProof="0" dirty="0">
                <a:solidFill>
                  <a:srgbClr val="FFFFFF"/>
                </a:solidFill>
              </a:rPr>
              <a:t> Media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de-DE" noProof="0" dirty="0"/>
              <a:t>Webprojekt | Sommersemester 2025</a:t>
            </a:r>
            <a:endParaRPr lang="de-DE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 noProof="0">
                <a:solidFill>
                  <a:srgbClr val="FFFFFF"/>
                </a:solidFill>
              </a:rPr>
              <a:t>Thema &amp; Ziel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5EED1D-8737-59E4-A795-239266450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3655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de-DE" sz="3500" noProof="0">
                <a:solidFill>
                  <a:srgbClr val="FFFFFF"/>
                </a:solidFill>
              </a:rPr>
              <a:t>Zielgruppe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A956D7DE-8E42-9670-3B2F-7E2513D98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30925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de-DE" sz="2900" noProof="0"/>
              <a:t>Designkonzept</a:t>
            </a:r>
            <a:endParaRPr lang="de-DE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FDD5A-048C-563D-A767-05EEF101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308" b="7670"/>
          <a:stretch>
            <a:fillRect/>
          </a:stretch>
        </p:blipFill>
        <p:spPr>
          <a:xfrm>
            <a:off x="20" y="-15755"/>
            <a:ext cx="9143980" cy="2333287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fontScale="92500" lnSpcReduction="20000"/>
          </a:bodyPr>
          <a:lstStyle/>
          <a:p>
            <a:r>
              <a:rPr lang="de-DE" sz="2400" noProof="0" dirty="0"/>
              <a:t> Farbwelt: Blau- und Violetttöne für Vertrauen und Ruhe</a:t>
            </a:r>
          </a:p>
          <a:p>
            <a:r>
              <a:rPr lang="de-DE" sz="2400" noProof="0" dirty="0"/>
              <a:t>Schriftart: </a:t>
            </a:r>
            <a:r>
              <a:rPr lang="de-DE" sz="2400" noProof="0" dirty="0" err="1"/>
              <a:t>Inter</a:t>
            </a:r>
            <a:r>
              <a:rPr lang="de-DE" sz="2400" noProof="0" dirty="0"/>
              <a:t> (modern, klar, gut lesbar)</a:t>
            </a:r>
          </a:p>
          <a:p>
            <a:r>
              <a:rPr lang="de-DE" sz="2400" noProof="0" dirty="0"/>
              <a:t> Layout: Aufgeräumt, responsive, barrierearm</a:t>
            </a:r>
          </a:p>
          <a:p>
            <a:r>
              <a:rPr lang="de-DE" sz="2400" noProof="0" dirty="0"/>
              <a:t> Navigation: Fixiert, gut erreichbar</a:t>
            </a:r>
          </a:p>
          <a:p>
            <a:r>
              <a:rPr lang="de-DE" sz="2400" noProof="0" dirty="0"/>
              <a:t> Dark Mode inklusive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1700" noProof="0">
                <a:solidFill>
                  <a:srgbClr val="FFFFFF"/>
                </a:solidFill>
              </a:rPr>
              <a:t>Benutzerfreundlichkeit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63F28D-8AEA-4AC0-DD65-EE1877BA2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31994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 noProof="0">
                <a:solidFill>
                  <a:srgbClr val="FFFFFF"/>
                </a:solidFill>
              </a:rPr>
              <a:t>Live-Demo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D102DE-7A88-B1AD-2248-BEA5D1064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9839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 noProof="0">
                <a:solidFill>
                  <a:srgbClr val="FFFFFF"/>
                </a:solidFill>
              </a:rPr>
              <a:t>Teamarbeit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B746A2-41EF-A274-35B9-7D7D650D5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33098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3500" noProof="0">
                <a:solidFill>
                  <a:srgbClr val="FFFFFF"/>
                </a:solidFill>
              </a:rPr>
              <a:t>Fazit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F89B20-3C6C-371D-4213-08802F43D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60952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Beispielansicht der Webseite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Bildschirmpräsentation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Mentale Gesundheit &amp; Social Media</vt:lpstr>
      <vt:lpstr>Thema &amp; Ziel</vt:lpstr>
      <vt:lpstr>Zielgruppe</vt:lpstr>
      <vt:lpstr>Designkonzept</vt:lpstr>
      <vt:lpstr>Benutzerfreundlichkeit</vt:lpstr>
      <vt:lpstr>Live-Demo</vt:lpstr>
      <vt:lpstr>Teamarbeit</vt:lpstr>
      <vt:lpstr>Fazit</vt:lpstr>
      <vt:lpstr>Beispielansicht der Webseite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Omar Labshabazeed</dc:creator>
  <cp:keywords/>
  <dc:description>generated using python-pptx</dc:description>
  <cp:lastModifiedBy>omar Labshabazeed</cp:lastModifiedBy>
  <cp:revision>4</cp:revision>
  <dcterms:created xsi:type="dcterms:W3CDTF">2013-01-27T09:14:16Z</dcterms:created>
  <dcterms:modified xsi:type="dcterms:W3CDTF">2025-05-25T13:14:00Z</dcterms:modified>
  <cp:category/>
</cp:coreProperties>
</file>